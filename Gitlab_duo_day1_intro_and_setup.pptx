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slideLayouts/slideLayout12.xml" ContentType="application/vnd.openxmlformats-officedocument.presentationml.slideLayout+xml"/>
  <Override PartName="/ppt/theme/theme12.xml" ContentType="application/vnd.openxmlformats-officedocument.theme+xml"/>
  <Override PartName="/ppt/slideLayouts/slideLayout13.xml" ContentType="application/vnd.openxmlformats-officedocument.presentationml.slideLayout+xml"/>
  <Override PartName="/ppt/theme/theme13.xml" ContentType="application/vnd.openxmlformats-officedocument.theme+xml"/>
  <Override PartName="/ppt/slideLayouts/slideLayout14.xml" ContentType="application/vnd.openxmlformats-officedocument.presentationml.slideLayout+xml"/>
  <Override PartName="/ppt/theme/theme14.xml" ContentType="application/vnd.openxmlformats-officedocument.theme+xml"/>
  <Override PartName="/ppt/slideLayouts/slideLayout15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  <p:sldMasterId id="2147483670" r:id="rId12"/>
    <p:sldMasterId id="2147483672" r:id="rId13"/>
    <p:sldMasterId id="2147483674" r:id="rId14"/>
    <p:sldMasterId id="2147483676" r:id="rId15"/>
  </p:sldMasterIdLst>
  <p:notesMasterIdLst>
    <p:notesMasterId r:id="rId31"/>
  </p:notesMasterIdLst>
  <p:sldIdLst>
    <p:sldId id="256" r:id="rId16"/>
    <p:sldId id="257" r:id="rId17"/>
    <p:sldId id="258" r:id="rId18"/>
    <p:sldId id="259" r:id="rId19"/>
    <p:sldId id="260" r:id="rId20"/>
    <p:sldId id="261" r:id="rId21"/>
    <p:sldId id="262" r:id="rId22"/>
    <p:sldId id="263" r:id="rId23"/>
    <p:sldId id="264" r:id="rId24"/>
    <p:sldId id="265" r:id="rId25"/>
    <p:sldId id="266" r:id="rId26"/>
    <p:sldId id="267" r:id="rId27"/>
    <p:sldId id="268" r:id="rId28"/>
    <p:sldId id="269" r:id="rId29"/>
    <p:sldId id="270" r:id="rId30"/>
  </p:sldIdLst>
  <p:sldSz cx="10080625" cy="567055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53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26" Type="http://schemas.openxmlformats.org/officeDocument/2006/relationships/slide" Target="slides/slide1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6.xml"/><Relationship Id="rId34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5" Type="http://schemas.openxmlformats.org/officeDocument/2006/relationships/slide" Target="slides/slide10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slide" Target="slides/slide5.xml"/><Relationship Id="rId29" Type="http://schemas.openxmlformats.org/officeDocument/2006/relationships/slide" Target="slides/slide14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9.xml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8.xml"/><Relationship Id="rId28" Type="http://schemas.openxmlformats.org/officeDocument/2006/relationships/slide" Target="slides/slide13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4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7.xml"/><Relationship Id="rId27" Type="http://schemas.openxmlformats.org/officeDocument/2006/relationships/slide" Target="slides/slide12.xml"/><Relationship Id="rId30" Type="http://schemas.openxmlformats.org/officeDocument/2006/relationships/slide" Target="slides/slide15.xml"/><Relationship Id="rId35" Type="http://schemas.openxmlformats.org/officeDocument/2006/relationships/tableStyles" Target="tableStyles.xml"/><Relationship Id="rId8" Type="http://schemas.openxmlformats.org/officeDocument/2006/relationships/slideMaster" Target="slideMasters/slideMaster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IN" sz="44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37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37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375" name="PlaceHolder 4"/>
          <p:cNvSpPr>
            <a:spLocks noGrp="1"/>
          </p:cNvSpPr>
          <p:nvPr>
            <p:ph type="dt" idx="46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376" name="PlaceHolder 5"/>
          <p:cNvSpPr>
            <a:spLocks noGrp="1"/>
          </p:cNvSpPr>
          <p:nvPr>
            <p:ph type="ftr" idx="47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77" name="PlaceHolder 6"/>
          <p:cNvSpPr>
            <a:spLocks noGrp="1"/>
          </p:cNvSpPr>
          <p:nvPr>
            <p:ph type="sldNum" idx="48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6E5E72AE-CE00-4C95-B2AC-1CB3BB346CFE}" type="slidenum"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IN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720000" y="900000"/>
            <a:ext cx="6119280" cy="3440880"/>
          </a:xfrm>
          <a:prstGeom prst="rect">
            <a:avLst/>
          </a:prstGeom>
          <a:ln w="0">
            <a:noFill/>
          </a:ln>
        </p:spPr>
      </p:sp>
      <p:sp>
        <p:nvSpPr>
          <p:cNvPr id="411" name="PlaceHolder 2"/>
          <p:cNvSpPr>
            <a:spLocks noGrp="1"/>
          </p:cNvSpPr>
          <p:nvPr>
            <p:ph type="body"/>
          </p:nvPr>
        </p:nvSpPr>
        <p:spPr>
          <a:xfrm>
            <a:off x="720000" y="4680000"/>
            <a:ext cx="6119280" cy="503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IN" sz="2000" b="0" strike="noStrike" spc="-1">
                <a:solidFill>
                  <a:srgbClr val="000000"/>
                </a:solidFill>
                <a:latin typeface="Noto Sans"/>
              </a:rPr>
              <a:t>“Good morning everyone, and welcome to Day 1 of our GitLab Duo series. Over the next four days, we’re going to explore how GitLab Duo can transform the way we work. Today, we’ll keep things simple: understand what GitLab Duo is, why we should use it, and how to set it up in our environment. We’ll also do a live demo at the end, so by today’s close, you’ll have GitLab Duo running in your IDE.”</a:t>
            </a:r>
            <a:endParaRPr lang="en-IN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128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10DCB9C6-C11E-4F94-871C-3FF4D97BC5AE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subTitle"/>
          </p:nvPr>
        </p:nvSpPr>
        <p:spPr>
          <a:xfrm>
            <a:off x="468000" y="1800000"/>
            <a:ext cx="907128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9DD38C67-63EC-422C-98E7-268759BCFA06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128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8E7D10BF-47EA-46CD-B6C8-2574D84514BC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128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5F5A6D7-4256-49BB-8689-809C6BE008AB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Bulle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128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82C8B5E3-F542-4C22-8EED-428017053759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6D2E9F52-6723-405D-8D88-AB9DD97FDD63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128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lstStyle/>
          <a:p>
            <a:fld id="{FD19FC2F-D46D-40C7-9709-22B00BA61241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5CD403F2-470C-484A-8EF9-97626CEA53DD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Bulle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128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6"/>
          </p:nvPr>
        </p:nvSpPr>
        <p:spPr/>
        <p:txBody>
          <a:bodyPr/>
          <a:lstStyle/>
          <a:p>
            <a:fld id="{86357ECA-CDA5-4654-B839-CED0E8F61EA2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E0D80DFE-D588-424D-B04B-ED458AE553B7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Jigsa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128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9580B688-E3CC-41F8-B641-2636225DEDE2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5"/>
          </p:nvPr>
        </p:nvSpPr>
        <p:spPr/>
        <p:txBody>
          <a:bodyPr/>
          <a:lstStyle/>
          <a:p>
            <a:fld id="{CA36742A-185A-471A-B4F1-4C5E14D07473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Bulle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128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lstStyle/>
          <a:p>
            <a:fld id="{580E79E0-D10C-402C-A1D0-03B7653506B6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1"/>
          </p:nvPr>
        </p:nvSpPr>
        <p:spPr/>
        <p:txBody>
          <a:bodyPr/>
          <a:lstStyle/>
          <a:p>
            <a:fld id="{69D126A4-C485-4F08-9CBA-3EB547AC80BA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128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4"/>
          </p:nvPr>
        </p:nvSpPr>
        <p:spPr/>
        <p:txBody>
          <a:bodyPr/>
          <a:lstStyle/>
          <a:p>
            <a:fld id="{783375B2-BC88-484C-8CD8-7A295207BB81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sv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eg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eg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3.xml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14.xml"/></Relationships>
</file>

<file path=ppt/slideMasters/_rels/slideMaster15.xml.rels><?xml version="1.0" encoding="UTF-8" standalone="yes"?>
<Relationships xmlns="http://schemas.openxmlformats.org/package/2006/relationships"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0" y="0"/>
            <a:ext cx="10080000" cy="4114080"/>
            <a:chOff x="0" y="0"/>
            <a:chExt cx="10080000" cy="4114080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0080000" cy="411408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" name="Rectangle 1"/>
            <p:cNvSpPr/>
            <p:nvPr/>
          </p:nvSpPr>
          <p:spPr>
            <a:xfrm>
              <a:off x="0" y="0"/>
              <a:ext cx="10080000" cy="411408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" name="Rectangle 2"/>
            <p:cNvSpPr/>
            <p:nvPr/>
          </p:nvSpPr>
          <p:spPr>
            <a:xfrm>
              <a:off x="0" y="1280160"/>
              <a:ext cx="1553760" cy="639360"/>
            </a:xfrm>
            <a:prstGeom prst="rect">
              <a:avLst/>
            </a:prstGeom>
            <a:solidFill>
              <a:srgbClr val="343A40">
                <a:alpha val="2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4" name="Rectangle 3"/>
            <p:cNvSpPr/>
            <p:nvPr/>
          </p:nvSpPr>
          <p:spPr>
            <a:xfrm>
              <a:off x="914400" y="1920240"/>
              <a:ext cx="1279440" cy="1828080"/>
            </a:xfrm>
            <a:prstGeom prst="rect">
              <a:avLst/>
            </a:prstGeom>
            <a:solidFill>
              <a:srgbClr val="CED4DA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5" name="Rectangle 4"/>
            <p:cNvSpPr/>
            <p:nvPr/>
          </p:nvSpPr>
          <p:spPr>
            <a:xfrm>
              <a:off x="2194560" y="548640"/>
              <a:ext cx="1279440" cy="1828080"/>
            </a:xfrm>
            <a:prstGeom prst="rect">
              <a:avLst/>
            </a:prstGeom>
            <a:solidFill>
              <a:srgbClr val="DEE2E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3474720" y="1188720"/>
              <a:ext cx="365040" cy="36504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4206240" y="0"/>
              <a:ext cx="1462320" cy="913680"/>
            </a:xfrm>
            <a:prstGeom prst="rect">
              <a:avLst/>
            </a:prstGeom>
            <a:solidFill>
              <a:srgbClr val="6C757D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4663440" y="914400"/>
              <a:ext cx="1005120" cy="456480"/>
            </a:xfrm>
            <a:prstGeom prst="rect">
              <a:avLst/>
            </a:prstGeom>
            <a:solidFill>
              <a:srgbClr val="DEE2E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3474720" y="1737360"/>
              <a:ext cx="3108240" cy="1005120"/>
            </a:xfrm>
            <a:prstGeom prst="rect">
              <a:avLst/>
            </a:prstGeom>
            <a:solidFill>
              <a:srgbClr val="CED4DA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114800" y="2743200"/>
              <a:ext cx="1462320" cy="100512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583680" y="1463040"/>
              <a:ext cx="1553760" cy="456480"/>
            </a:xfrm>
            <a:prstGeom prst="rect">
              <a:avLst/>
            </a:prstGeom>
            <a:solidFill>
              <a:srgbClr val="B2B2B2">
                <a:alpha val="65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315200" y="1920240"/>
              <a:ext cx="1462320" cy="1645200"/>
            </a:xfrm>
            <a:prstGeom prst="rect">
              <a:avLst/>
            </a:prstGeom>
            <a:solidFill>
              <a:srgbClr val="B2B2B2">
                <a:alpha val="35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743200" y="2377440"/>
              <a:ext cx="547920" cy="822240"/>
            </a:xfrm>
            <a:prstGeom prst="rect">
              <a:avLst/>
            </a:prstGeom>
            <a:solidFill>
              <a:srgbClr val="F4F4F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8595360" y="0"/>
              <a:ext cx="1484640" cy="1462320"/>
            </a:xfrm>
            <a:prstGeom prst="rect">
              <a:avLst/>
            </a:prstGeom>
            <a:solidFill>
              <a:srgbClr val="DDDDDD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766560" y="0"/>
              <a:ext cx="273600" cy="1005120"/>
            </a:xfrm>
            <a:prstGeom prst="rect">
              <a:avLst/>
            </a:prstGeom>
            <a:solidFill>
              <a:srgbClr val="2F455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554480" y="0"/>
              <a:ext cx="182160" cy="913680"/>
            </a:xfrm>
            <a:prstGeom prst="rect">
              <a:avLst/>
            </a:prstGeom>
            <a:solidFill>
              <a:srgbClr val="80808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0" y="3017520"/>
              <a:ext cx="365040" cy="1096560"/>
            </a:xfrm>
            <a:prstGeom prst="rect">
              <a:avLst/>
            </a:prstGeom>
            <a:solidFill>
              <a:srgbClr val="F4F4F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9601200" y="2560320"/>
              <a:ext cx="365040" cy="1553760"/>
            </a:xfrm>
            <a:prstGeom prst="rect">
              <a:avLst/>
            </a:prstGeom>
            <a:solidFill>
              <a:srgbClr val="B2B2B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8778240" y="1828800"/>
              <a:ext cx="365040" cy="36504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</p:grp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128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2" name="PlaceHolder 3"/>
          <p:cNvSpPr>
            <a:spLocks noGrp="1"/>
          </p:cNvSpPr>
          <p:nvPr>
            <p:ph type="ftr" idx="1"/>
          </p:nvPr>
        </p:nvSpPr>
        <p:spPr>
          <a:xfrm>
            <a:off x="3442680" y="516600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strike="noStrike" spc="-1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strike="noStrike" spc="-1">
                <a:solidFill>
                  <a:srgbClr val="000000"/>
                </a:solidFill>
                <a:latin typeface="Noto Sans"/>
              </a:rPr>
              <a:t>&lt;footer&gt;</a:t>
            </a:r>
            <a:endParaRPr lang="en-IN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sldNum" idx="2"/>
          </p:nvPr>
        </p:nvSpPr>
        <p:spPr>
          <a:xfrm>
            <a:off x="722736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IN" sz="1400" b="0" strike="noStrike" spc="-1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D17470C-99EC-4C60-A770-DF8757012854}" type="slidenum">
              <a:rPr lang="en-IN" sz="1400" b="0" strike="noStrike" spc="-1">
                <a:solidFill>
                  <a:srgbClr val="000000"/>
                </a:solidFill>
                <a:latin typeface="Noto Sans"/>
              </a:rPr>
              <a:t>‹#›</a:t>
            </a:fld>
            <a:endParaRPr lang="en-IN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dt" idx="3"/>
          </p:nvPr>
        </p:nvSpPr>
        <p:spPr>
          <a:xfrm>
            <a:off x="46800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0" y="0"/>
            <a:ext cx="10080000" cy="4114080"/>
            <a:chOff x="0" y="0"/>
            <a:chExt cx="10080000" cy="4114080"/>
          </a:xfrm>
        </p:grpSpPr>
        <p:sp>
          <p:nvSpPr>
            <p:cNvPr id="28" name="Rectangle 27"/>
            <p:cNvSpPr/>
            <p:nvPr/>
          </p:nvSpPr>
          <p:spPr>
            <a:xfrm>
              <a:off x="0" y="0"/>
              <a:ext cx="10080000" cy="411408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0" y="0"/>
              <a:ext cx="10080000" cy="411408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0" y="1280160"/>
              <a:ext cx="1553760" cy="639360"/>
            </a:xfrm>
            <a:prstGeom prst="rect">
              <a:avLst/>
            </a:prstGeom>
            <a:solidFill>
              <a:srgbClr val="343A40">
                <a:alpha val="2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914400" y="1920240"/>
              <a:ext cx="1279440" cy="1828080"/>
            </a:xfrm>
            <a:prstGeom prst="rect">
              <a:avLst/>
            </a:prstGeom>
            <a:solidFill>
              <a:srgbClr val="CED4DA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2194560" y="548640"/>
              <a:ext cx="1279440" cy="1828080"/>
            </a:xfrm>
            <a:prstGeom prst="rect">
              <a:avLst/>
            </a:prstGeom>
            <a:solidFill>
              <a:srgbClr val="DEE2E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3474720" y="1188720"/>
              <a:ext cx="365040" cy="36504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4206240" y="0"/>
              <a:ext cx="1462320" cy="913680"/>
            </a:xfrm>
            <a:prstGeom prst="rect">
              <a:avLst/>
            </a:prstGeom>
            <a:solidFill>
              <a:srgbClr val="6C757D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4663440" y="914400"/>
              <a:ext cx="1005120" cy="456480"/>
            </a:xfrm>
            <a:prstGeom prst="rect">
              <a:avLst/>
            </a:prstGeom>
            <a:solidFill>
              <a:srgbClr val="DEE2E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474720" y="1737360"/>
              <a:ext cx="3108240" cy="1005120"/>
            </a:xfrm>
            <a:prstGeom prst="rect">
              <a:avLst/>
            </a:prstGeom>
            <a:solidFill>
              <a:srgbClr val="CED4DA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4114800" y="2743200"/>
              <a:ext cx="1462320" cy="100512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6583680" y="1463040"/>
              <a:ext cx="1553760" cy="456480"/>
            </a:xfrm>
            <a:prstGeom prst="rect">
              <a:avLst/>
            </a:prstGeom>
            <a:solidFill>
              <a:srgbClr val="B2B2B2">
                <a:alpha val="65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7315200" y="1920240"/>
              <a:ext cx="1462320" cy="1645200"/>
            </a:xfrm>
            <a:prstGeom prst="rect">
              <a:avLst/>
            </a:prstGeom>
            <a:solidFill>
              <a:srgbClr val="B2B2B2">
                <a:alpha val="35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2743200" y="2377440"/>
              <a:ext cx="547920" cy="822240"/>
            </a:xfrm>
            <a:prstGeom prst="rect">
              <a:avLst/>
            </a:prstGeom>
            <a:solidFill>
              <a:srgbClr val="F4F4F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8595360" y="0"/>
              <a:ext cx="1484640" cy="1462320"/>
            </a:xfrm>
            <a:prstGeom prst="rect">
              <a:avLst/>
            </a:prstGeom>
            <a:solidFill>
              <a:srgbClr val="DDDDDD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6766560" y="0"/>
              <a:ext cx="273600" cy="1005120"/>
            </a:xfrm>
            <a:prstGeom prst="rect">
              <a:avLst/>
            </a:prstGeom>
            <a:solidFill>
              <a:srgbClr val="2F455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1554480" y="0"/>
              <a:ext cx="182160" cy="913680"/>
            </a:xfrm>
            <a:prstGeom prst="rect">
              <a:avLst/>
            </a:prstGeom>
            <a:solidFill>
              <a:srgbClr val="80808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0" y="3017520"/>
              <a:ext cx="365040" cy="1096560"/>
            </a:xfrm>
            <a:prstGeom prst="rect">
              <a:avLst/>
            </a:prstGeom>
            <a:solidFill>
              <a:srgbClr val="F4F4F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9601200" y="2560320"/>
              <a:ext cx="365040" cy="1553760"/>
            </a:xfrm>
            <a:prstGeom prst="rect">
              <a:avLst/>
            </a:prstGeom>
            <a:solidFill>
              <a:srgbClr val="B2B2B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8778240" y="1828800"/>
              <a:ext cx="365040" cy="36504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</p:grp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8" name="PlaceHolder 2"/>
          <p:cNvSpPr>
            <a:spLocks noGrp="1"/>
          </p:cNvSpPr>
          <p:nvPr>
            <p:ph type="ftr" idx="4"/>
          </p:nvPr>
        </p:nvSpPr>
        <p:spPr>
          <a:xfrm>
            <a:off x="3442680" y="516600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strike="noStrike" spc="-1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strike="noStrike" spc="-1">
                <a:solidFill>
                  <a:srgbClr val="000000"/>
                </a:solidFill>
                <a:latin typeface="Noto Sans"/>
              </a:rPr>
              <a:t>&lt;footer&gt;</a:t>
            </a:r>
            <a:endParaRPr lang="en-IN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sldNum" idx="5"/>
          </p:nvPr>
        </p:nvSpPr>
        <p:spPr>
          <a:xfrm>
            <a:off x="722736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IN" sz="1400" b="0" strike="noStrike" spc="-1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DC2BFA1-13AD-440E-9A85-153A55BBDDBE}" type="slidenum">
              <a:rPr lang="en-IN" sz="1400" b="0" strike="noStrike" spc="-1">
                <a:solidFill>
                  <a:srgbClr val="000000"/>
                </a:solidFill>
                <a:latin typeface="Noto Sans"/>
              </a:rPr>
              <a:t>‹#›</a:t>
            </a:fld>
            <a:endParaRPr lang="en-IN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6"/>
          </p:nvPr>
        </p:nvSpPr>
        <p:spPr>
          <a:xfrm>
            <a:off x="46800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51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oup 53"/>
          <p:cNvGrpSpPr/>
          <p:nvPr/>
        </p:nvGrpSpPr>
        <p:grpSpPr>
          <a:xfrm>
            <a:off x="8540280" y="5065200"/>
            <a:ext cx="1279800" cy="914040"/>
            <a:chOff x="8540280" y="5065200"/>
            <a:chExt cx="1279800" cy="914040"/>
          </a:xfrm>
        </p:grpSpPr>
        <p:grpSp>
          <p:nvGrpSpPr>
            <p:cNvPr id="55" name="Group 54"/>
            <p:cNvGrpSpPr/>
            <p:nvPr/>
          </p:nvGrpSpPr>
          <p:grpSpPr>
            <a:xfrm>
              <a:off x="8540280" y="5065200"/>
              <a:ext cx="1279800" cy="914040"/>
              <a:chOff x="8540280" y="5065200"/>
              <a:chExt cx="1279800" cy="914040"/>
            </a:xfrm>
          </p:grpSpPr>
          <p:sp>
            <p:nvSpPr>
              <p:cNvPr id="56" name="Oval 55"/>
              <p:cNvSpPr/>
              <p:nvPr/>
            </p:nvSpPr>
            <p:spPr>
              <a:xfrm rot="21598800" flipV="1">
                <a:off x="9637560" y="5430960"/>
                <a:ext cx="182160" cy="182160"/>
              </a:xfrm>
              <a:prstGeom prst="ellipse">
                <a:avLst/>
              </a:prstGeom>
              <a:blipFill rotWithShape="0">
                <a:blip r:embed="rId3"/>
                <a:srcRect/>
                <a:tile tx="0" ty="0" sx="74113" sy="74113" algn="ctr"/>
              </a:blipFill>
              <a:ln w="0">
                <a:noFill/>
              </a:ln>
              <a:effectLst>
                <a:outerShdw dist="102841" dir="2700000" rotWithShape="0">
                  <a:srgbClr val="808080">
                    <a:alpha val="65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5000" rIns="90000" bIns="45000" anchor="ctr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n-IN" sz="1800" b="0" strike="noStrike" spc="-1">
                  <a:solidFill>
                    <a:srgbClr val="000000"/>
                  </a:solidFill>
                  <a:latin typeface="Noto Sans"/>
                  <a:ea typeface="DejaVu Sans"/>
                </a:endParaRPr>
              </a:p>
            </p:txBody>
          </p:sp>
          <p:sp>
            <p:nvSpPr>
              <p:cNvPr id="57" name="Oval 56"/>
              <p:cNvSpPr/>
              <p:nvPr/>
            </p:nvSpPr>
            <p:spPr>
              <a:xfrm rot="21598800" flipV="1">
                <a:off x="9271800" y="5430960"/>
                <a:ext cx="182160" cy="182160"/>
              </a:xfrm>
              <a:prstGeom prst="ellipse">
                <a:avLst/>
              </a:prstGeom>
              <a:blipFill rotWithShape="0">
                <a:blip r:embed="rId3"/>
                <a:srcRect/>
                <a:tile tx="0" ty="0" sx="74113" sy="74113" algn="ctr"/>
              </a:blipFill>
              <a:ln w="0">
                <a:noFill/>
              </a:ln>
              <a:effectLst>
                <a:outerShdw dist="102841" dir="2700000" rotWithShape="0">
                  <a:srgbClr val="808080">
                    <a:alpha val="65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5000" rIns="90000" bIns="45000" anchor="ctr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n-IN" sz="1800" b="0" strike="noStrike" spc="-1">
                  <a:solidFill>
                    <a:srgbClr val="000000"/>
                  </a:solidFill>
                  <a:latin typeface="Noto Sans"/>
                  <a:ea typeface="DejaVu Sans"/>
                </a:endParaRPr>
              </a:p>
            </p:txBody>
          </p:sp>
          <p:sp>
            <p:nvSpPr>
              <p:cNvPr id="58" name="Oval 57"/>
              <p:cNvSpPr/>
              <p:nvPr/>
            </p:nvSpPr>
            <p:spPr>
              <a:xfrm rot="21598800" flipV="1">
                <a:off x="8906400" y="5430960"/>
                <a:ext cx="182160" cy="182160"/>
              </a:xfrm>
              <a:prstGeom prst="ellipse">
                <a:avLst/>
              </a:prstGeom>
              <a:blipFill rotWithShape="0">
                <a:blip r:embed="rId3"/>
                <a:srcRect/>
                <a:tile tx="0" ty="0" sx="74113" sy="74113" algn="ctr"/>
              </a:blipFill>
              <a:ln w="0">
                <a:noFill/>
              </a:ln>
              <a:effectLst>
                <a:outerShdw dist="102841" dir="2700000" rotWithShape="0">
                  <a:srgbClr val="808080">
                    <a:alpha val="65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5000" rIns="90000" bIns="45000" anchor="ctr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n-IN" sz="1800" b="0" strike="noStrike" spc="-1">
                  <a:solidFill>
                    <a:srgbClr val="000000"/>
                  </a:solidFill>
                  <a:latin typeface="Noto Sans"/>
                  <a:ea typeface="DejaVu Sans"/>
                </a:endParaRPr>
              </a:p>
            </p:txBody>
          </p:sp>
          <p:sp>
            <p:nvSpPr>
              <p:cNvPr id="59" name="Oval 58"/>
              <p:cNvSpPr/>
              <p:nvPr/>
            </p:nvSpPr>
            <p:spPr>
              <a:xfrm rot="21598800" flipV="1">
                <a:off x="8540280" y="5431320"/>
                <a:ext cx="182160" cy="182160"/>
              </a:xfrm>
              <a:prstGeom prst="ellipse">
                <a:avLst/>
              </a:prstGeom>
              <a:blipFill rotWithShape="0">
                <a:blip r:embed="rId3"/>
                <a:srcRect/>
                <a:tile tx="0" ty="0" sx="74113" sy="74113" algn="ctr"/>
              </a:blipFill>
              <a:ln w="0">
                <a:noFill/>
              </a:ln>
              <a:effectLst>
                <a:outerShdw dist="102841" dir="2700000" rotWithShape="0">
                  <a:srgbClr val="808080">
                    <a:alpha val="65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5000" rIns="90000" bIns="45000" anchor="ctr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n-IN" sz="1800" b="0" strike="noStrike" spc="-1">
                  <a:solidFill>
                    <a:srgbClr val="000000"/>
                  </a:solidFill>
                  <a:latin typeface="Noto Sans"/>
                  <a:ea typeface="DejaVu Sans"/>
                </a:endParaRPr>
              </a:p>
            </p:txBody>
          </p:sp>
          <p:sp>
            <p:nvSpPr>
              <p:cNvPr id="60" name="Oval 59"/>
              <p:cNvSpPr/>
              <p:nvPr/>
            </p:nvSpPr>
            <p:spPr>
              <a:xfrm rot="21598800" flipV="1">
                <a:off x="8540280" y="5065200"/>
                <a:ext cx="182160" cy="182160"/>
              </a:xfrm>
              <a:prstGeom prst="ellipse">
                <a:avLst/>
              </a:prstGeom>
              <a:blipFill rotWithShape="0">
                <a:blip r:embed="rId3"/>
                <a:srcRect/>
                <a:tile tx="0" ty="0" sx="74113" sy="74113" algn="ctr"/>
              </a:blipFill>
              <a:ln w="0">
                <a:noFill/>
              </a:ln>
              <a:effectLst>
                <a:outerShdw dist="102841" dir="2700000" rotWithShape="0">
                  <a:srgbClr val="808080">
                    <a:alpha val="65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5000" rIns="90000" bIns="45000" anchor="ctr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n-IN" sz="1800" b="0" strike="noStrike" spc="-1">
                  <a:solidFill>
                    <a:srgbClr val="000000"/>
                  </a:solidFill>
                  <a:latin typeface="Noto Sans"/>
                  <a:ea typeface="DejaVu Sans"/>
                </a:endParaRPr>
              </a:p>
            </p:txBody>
          </p:sp>
          <p:sp>
            <p:nvSpPr>
              <p:cNvPr id="61" name="Oval 60"/>
              <p:cNvSpPr/>
              <p:nvPr/>
            </p:nvSpPr>
            <p:spPr>
              <a:xfrm rot="21598800" flipV="1">
                <a:off x="8906040" y="5065200"/>
                <a:ext cx="182160" cy="182160"/>
              </a:xfrm>
              <a:prstGeom prst="ellipse">
                <a:avLst/>
              </a:prstGeom>
              <a:blipFill rotWithShape="0">
                <a:blip r:embed="rId3"/>
                <a:srcRect/>
                <a:tile tx="0" ty="0" sx="74113" sy="74113" algn="ctr"/>
              </a:blipFill>
              <a:ln w="0">
                <a:noFill/>
              </a:ln>
              <a:effectLst>
                <a:outerShdw dist="102841" dir="2700000" rotWithShape="0">
                  <a:srgbClr val="808080">
                    <a:alpha val="65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5000" rIns="90000" bIns="45000" anchor="ctr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n-IN" sz="1800" b="0" strike="noStrike" spc="-1">
                  <a:solidFill>
                    <a:srgbClr val="000000"/>
                  </a:solidFill>
                  <a:latin typeface="Noto Sans"/>
                  <a:ea typeface="DejaVu Sans"/>
                </a:endParaRPr>
              </a:p>
            </p:txBody>
          </p:sp>
          <p:sp>
            <p:nvSpPr>
              <p:cNvPr id="62" name="Oval 61"/>
              <p:cNvSpPr/>
              <p:nvPr/>
            </p:nvSpPr>
            <p:spPr>
              <a:xfrm rot="21598800" flipV="1">
                <a:off x="9271800" y="5065560"/>
                <a:ext cx="182160" cy="182160"/>
              </a:xfrm>
              <a:prstGeom prst="ellipse">
                <a:avLst/>
              </a:prstGeom>
              <a:blipFill rotWithShape="0">
                <a:blip r:embed="rId3"/>
                <a:srcRect/>
                <a:tile tx="0" ty="0" sx="74113" sy="74113" algn="ctr"/>
              </a:blipFill>
              <a:ln w="0">
                <a:noFill/>
              </a:ln>
              <a:effectLst>
                <a:outerShdw dist="102841" dir="2700000" rotWithShape="0">
                  <a:srgbClr val="808080">
                    <a:alpha val="65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5000" rIns="90000" bIns="45000" anchor="ctr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n-IN" sz="1800" b="0" strike="noStrike" spc="-1">
                  <a:solidFill>
                    <a:srgbClr val="000000"/>
                  </a:solidFill>
                  <a:latin typeface="Noto Sans"/>
                  <a:ea typeface="DejaVu Sans"/>
                </a:endParaRPr>
              </a:p>
            </p:txBody>
          </p:sp>
          <p:sp>
            <p:nvSpPr>
              <p:cNvPr id="63" name="Oval 62"/>
              <p:cNvSpPr/>
              <p:nvPr/>
            </p:nvSpPr>
            <p:spPr>
              <a:xfrm rot="21598800" flipV="1">
                <a:off x="9637920" y="5065200"/>
                <a:ext cx="182160" cy="182160"/>
              </a:xfrm>
              <a:prstGeom prst="ellipse">
                <a:avLst/>
              </a:prstGeom>
              <a:blipFill rotWithShape="0">
                <a:blip r:embed="rId3"/>
                <a:srcRect/>
                <a:tile tx="0" ty="0" sx="74113" sy="74113" algn="ctr"/>
              </a:blipFill>
              <a:ln w="0">
                <a:noFill/>
              </a:ln>
              <a:effectLst>
                <a:outerShdw dist="102841" dir="2700000" rotWithShape="0">
                  <a:srgbClr val="808080">
                    <a:alpha val="65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5000" rIns="90000" bIns="45000" anchor="ctr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n-IN" sz="1800" b="0" strike="noStrike" spc="-1">
                  <a:solidFill>
                    <a:srgbClr val="000000"/>
                  </a:solidFill>
                  <a:latin typeface="Noto Sans"/>
                  <a:ea typeface="DejaVu Sans"/>
                </a:endParaRPr>
              </a:p>
            </p:txBody>
          </p:sp>
          <p:sp>
            <p:nvSpPr>
              <p:cNvPr id="64" name="Oval 63"/>
              <p:cNvSpPr/>
              <p:nvPr/>
            </p:nvSpPr>
            <p:spPr>
              <a:xfrm rot="21598800" flipV="1">
                <a:off x="9637560" y="5796720"/>
                <a:ext cx="182160" cy="182160"/>
              </a:xfrm>
              <a:prstGeom prst="ellipse">
                <a:avLst/>
              </a:prstGeom>
              <a:blipFill rotWithShape="0">
                <a:blip r:embed="rId3"/>
                <a:srcRect/>
                <a:tile tx="0" ty="0" sx="74113" sy="74113" algn="ctr"/>
              </a:blipFill>
              <a:ln w="0">
                <a:noFill/>
              </a:ln>
              <a:effectLst>
                <a:outerShdw dist="102841" dir="2700000" rotWithShape="0">
                  <a:srgbClr val="808080">
                    <a:alpha val="65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5000" rIns="90000" bIns="45000" anchor="ctr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n-IN" sz="1800" b="0" strike="noStrike" spc="-1">
                  <a:solidFill>
                    <a:srgbClr val="000000"/>
                  </a:solidFill>
                  <a:latin typeface="Noto Sans"/>
                  <a:ea typeface="DejaVu Sans"/>
                </a:endParaRPr>
              </a:p>
            </p:txBody>
          </p:sp>
          <p:sp>
            <p:nvSpPr>
              <p:cNvPr id="65" name="Oval 64"/>
              <p:cNvSpPr/>
              <p:nvPr/>
            </p:nvSpPr>
            <p:spPr>
              <a:xfrm rot="21598800" flipV="1">
                <a:off x="9272160" y="5797080"/>
                <a:ext cx="182160" cy="182160"/>
              </a:xfrm>
              <a:prstGeom prst="ellipse">
                <a:avLst/>
              </a:prstGeom>
              <a:blipFill rotWithShape="0">
                <a:blip r:embed="rId3"/>
                <a:srcRect/>
                <a:tile tx="0" ty="0" sx="74113" sy="74113" algn="ctr"/>
              </a:blipFill>
              <a:ln w="0">
                <a:noFill/>
              </a:ln>
              <a:effectLst>
                <a:outerShdw dist="102841" dir="2700000" rotWithShape="0">
                  <a:srgbClr val="808080">
                    <a:alpha val="65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5000" rIns="90000" bIns="45000" anchor="ctr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n-IN" sz="1800" b="0" strike="noStrike" spc="-1">
                  <a:solidFill>
                    <a:srgbClr val="000000"/>
                  </a:solidFill>
                  <a:latin typeface="Noto Sans"/>
                  <a:ea typeface="DejaVu Sans"/>
                </a:endParaRPr>
              </a:p>
            </p:txBody>
          </p:sp>
          <p:sp>
            <p:nvSpPr>
              <p:cNvPr id="66" name="Oval 65"/>
              <p:cNvSpPr/>
              <p:nvPr/>
            </p:nvSpPr>
            <p:spPr>
              <a:xfrm rot="21598800" flipV="1">
                <a:off x="8906040" y="5796720"/>
                <a:ext cx="182160" cy="182160"/>
              </a:xfrm>
              <a:prstGeom prst="ellipse">
                <a:avLst/>
              </a:prstGeom>
              <a:blipFill rotWithShape="0">
                <a:blip r:embed="rId3"/>
                <a:srcRect/>
                <a:tile tx="0" ty="0" sx="74113" sy="74113" algn="ctr"/>
              </a:blipFill>
              <a:ln w="0">
                <a:noFill/>
              </a:ln>
              <a:effectLst>
                <a:outerShdw dist="102841" dir="2700000" rotWithShape="0">
                  <a:srgbClr val="808080">
                    <a:alpha val="65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5000" rIns="90000" bIns="45000" anchor="ctr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n-IN" sz="1800" b="0" strike="noStrike" spc="-1">
                  <a:solidFill>
                    <a:srgbClr val="000000"/>
                  </a:solidFill>
                  <a:latin typeface="Noto Sans"/>
                  <a:ea typeface="DejaVu Sans"/>
                </a:endParaRPr>
              </a:p>
            </p:txBody>
          </p:sp>
          <p:sp>
            <p:nvSpPr>
              <p:cNvPr id="67" name="Oval 66"/>
              <p:cNvSpPr/>
              <p:nvPr/>
            </p:nvSpPr>
            <p:spPr>
              <a:xfrm rot="21598800" flipV="1">
                <a:off x="8540280" y="5796720"/>
                <a:ext cx="182160" cy="182160"/>
              </a:xfrm>
              <a:prstGeom prst="ellipse">
                <a:avLst/>
              </a:prstGeom>
              <a:blipFill rotWithShape="0">
                <a:blip r:embed="rId3"/>
                <a:srcRect/>
                <a:tile tx="0" ty="0" sx="74113" sy="74113" algn="ctr"/>
              </a:blipFill>
              <a:ln w="0">
                <a:noFill/>
              </a:ln>
              <a:effectLst>
                <a:outerShdw dist="102841" dir="2700000" rotWithShape="0">
                  <a:srgbClr val="808080">
                    <a:alpha val="65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5000" rIns="90000" bIns="45000" anchor="ctr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n-IN" sz="1800" b="0" strike="noStrike" spc="-1">
                  <a:solidFill>
                    <a:srgbClr val="000000"/>
                  </a:solidFill>
                  <a:latin typeface="Noto Sans"/>
                  <a:ea typeface="DejaVu Sans"/>
                </a:endParaRPr>
              </a:p>
            </p:txBody>
          </p:sp>
        </p:grpSp>
      </p:grpSp>
      <p:sp>
        <p:nvSpPr>
          <p:cNvPr id="68" name="Oval 67"/>
          <p:cNvSpPr/>
          <p:nvPr/>
        </p:nvSpPr>
        <p:spPr>
          <a:xfrm>
            <a:off x="1499760" y="1774080"/>
            <a:ext cx="2925360" cy="2925360"/>
          </a:xfrm>
          <a:prstGeom prst="ellipse">
            <a:avLst/>
          </a:prstGeom>
          <a:solidFill>
            <a:srgbClr val="CCCCCC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1225080" y="1134360"/>
            <a:ext cx="1188360" cy="1187640"/>
          </a:xfrm>
          <a:prstGeom prst="ellipse">
            <a:avLst/>
          </a:prstGeom>
          <a:solidFill>
            <a:srgbClr val="CCCCCC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3420000" y="4242960"/>
            <a:ext cx="639360" cy="639360"/>
          </a:xfrm>
          <a:prstGeom prst="ellipse">
            <a:avLst/>
          </a:prstGeom>
          <a:solidFill>
            <a:srgbClr val="CCCCCC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pic>
        <p:nvPicPr>
          <p:cNvPr id="71" name="Graphic 70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349520" y="792360"/>
            <a:ext cx="5525280" cy="4144680"/>
          </a:xfrm>
          <a:prstGeom prst="rect">
            <a:avLst/>
          </a:prstGeom>
          <a:ln w="0">
            <a:noFill/>
          </a:ln>
        </p:spPr>
      </p:pic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128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74" name="PlaceHolder 3"/>
          <p:cNvSpPr>
            <a:spLocks noGrp="1"/>
          </p:cNvSpPr>
          <p:nvPr>
            <p:ph type="ftr" idx="7"/>
          </p:nvPr>
        </p:nvSpPr>
        <p:spPr>
          <a:xfrm>
            <a:off x="3442680" y="516600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strike="noStrike" spc="-1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strike="noStrike" spc="-1">
                <a:solidFill>
                  <a:srgbClr val="000000"/>
                </a:solidFill>
                <a:latin typeface="Noto Sans"/>
              </a:rPr>
              <a:t>&lt;footer&gt;</a:t>
            </a:r>
            <a:endParaRPr lang="en-IN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sldNum" idx="8"/>
          </p:nvPr>
        </p:nvSpPr>
        <p:spPr>
          <a:xfrm>
            <a:off x="722736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IN" sz="1400" b="0" strike="noStrike" spc="-1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D88B215-0B12-49F1-9DF7-1D4F3F5E06E8}" type="slidenum">
              <a:rPr lang="en-IN" sz="1400" b="0" strike="noStrike" spc="-1">
                <a:solidFill>
                  <a:srgbClr val="000000"/>
                </a:solidFill>
                <a:latin typeface="Noto Sans"/>
              </a:rPr>
              <a:t>‹#›</a:t>
            </a:fld>
            <a:endParaRPr lang="en-IN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dt" idx="9"/>
          </p:nvPr>
        </p:nvSpPr>
        <p:spPr>
          <a:xfrm>
            <a:off x="46800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roup 78"/>
          <p:cNvGrpSpPr/>
          <p:nvPr/>
        </p:nvGrpSpPr>
        <p:grpSpPr>
          <a:xfrm>
            <a:off x="7406640" y="3566160"/>
            <a:ext cx="2376720" cy="4296960"/>
            <a:chOff x="7406640" y="3566160"/>
            <a:chExt cx="2376720" cy="4296960"/>
          </a:xfrm>
        </p:grpSpPr>
        <p:sp>
          <p:nvSpPr>
            <p:cNvPr id="80" name="Rectangle 79"/>
            <p:cNvSpPr/>
            <p:nvPr/>
          </p:nvSpPr>
          <p:spPr>
            <a:xfrm>
              <a:off x="8138160" y="4754880"/>
              <a:ext cx="456480" cy="2559600"/>
            </a:xfrm>
            <a:prstGeom prst="rect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81" name="Rectangle 80"/>
            <p:cNvSpPr/>
            <p:nvPr/>
          </p:nvSpPr>
          <p:spPr>
            <a:xfrm>
              <a:off x="8961120" y="3566160"/>
              <a:ext cx="456480" cy="2559600"/>
            </a:xfrm>
            <a:prstGeom prst="rect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82" name="Rectangle 81"/>
            <p:cNvSpPr/>
            <p:nvPr/>
          </p:nvSpPr>
          <p:spPr>
            <a:xfrm>
              <a:off x="8503920" y="5120640"/>
              <a:ext cx="1279440" cy="9072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83" name="Rectangle 82"/>
            <p:cNvSpPr/>
            <p:nvPr/>
          </p:nvSpPr>
          <p:spPr>
            <a:xfrm>
              <a:off x="8321040" y="5303520"/>
              <a:ext cx="913680" cy="9072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8869680" y="5486400"/>
              <a:ext cx="913680" cy="9072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85" name="Rectangle 84"/>
            <p:cNvSpPr/>
            <p:nvPr/>
          </p:nvSpPr>
          <p:spPr>
            <a:xfrm>
              <a:off x="7406640" y="5303520"/>
              <a:ext cx="456480" cy="2559600"/>
            </a:xfrm>
            <a:prstGeom prst="rect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</p:grpSp>
      <p:sp>
        <p:nvSpPr>
          <p:cNvPr id="86" name="Rectangle 85"/>
          <p:cNvSpPr/>
          <p:nvPr/>
        </p:nvSpPr>
        <p:spPr>
          <a:xfrm flipH="1" flipV="1">
            <a:off x="1461240" y="-1555200"/>
            <a:ext cx="456480" cy="2559600"/>
          </a:xfrm>
          <a:prstGeom prst="rect">
            <a:avLst/>
          </a:prstGeom>
          <a:blipFill rotWithShape="0">
            <a:blip r:embed="rId3"/>
            <a:srcRect/>
            <a:tile tx="0" ty="0" sx="74113" sy="74113" algn="ctr"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87" name="Rectangle 86"/>
          <p:cNvSpPr/>
          <p:nvPr/>
        </p:nvSpPr>
        <p:spPr>
          <a:xfrm flipH="1" flipV="1">
            <a:off x="638280" y="-365400"/>
            <a:ext cx="456480" cy="2559600"/>
          </a:xfrm>
          <a:prstGeom prst="rect">
            <a:avLst/>
          </a:prstGeom>
          <a:blipFill rotWithShape="0">
            <a:blip r:embed="rId3"/>
            <a:srcRect/>
            <a:tile tx="0" ty="0" sx="74113" sy="74113" algn="ctr"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88" name="Rectangle 87"/>
          <p:cNvSpPr/>
          <p:nvPr/>
        </p:nvSpPr>
        <p:spPr>
          <a:xfrm flipH="1" flipV="1">
            <a:off x="273600" y="547920"/>
            <a:ext cx="1279440" cy="90720"/>
          </a:xfrm>
          <a:prstGeom prst="rect">
            <a:avLst/>
          </a:prstGeom>
          <a:solidFill>
            <a:srgbClr val="CCCCCC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89" name="Rectangle 88"/>
          <p:cNvSpPr/>
          <p:nvPr/>
        </p:nvSpPr>
        <p:spPr>
          <a:xfrm flipH="1" flipV="1">
            <a:off x="822240" y="365040"/>
            <a:ext cx="913680" cy="90720"/>
          </a:xfrm>
          <a:prstGeom prst="rect">
            <a:avLst/>
          </a:prstGeom>
          <a:solidFill>
            <a:srgbClr val="CCCCCC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90" name="Rectangle 89"/>
          <p:cNvSpPr/>
          <p:nvPr/>
        </p:nvSpPr>
        <p:spPr>
          <a:xfrm flipH="1" flipV="1">
            <a:off x="273600" y="182160"/>
            <a:ext cx="913680" cy="90720"/>
          </a:xfrm>
          <a:prstGeom prst="rect">
            <a:avLst/>
          </a:prstGeom>
          <a:solidFill>
            <a:srgbClr val="CCCCCC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91" name="Rectangle 90"/>
          <p:cNvSpPr/>
          <p:nvPr/>
        </p:nvSpPr>
        <p:spPr>
          <a:xfrm flipH="1" flipV="1">
            <a:off x="2193840" y="-2103840"/>
            <a:ext cx="456480" cy="2559600"/>
          </a:xfrm>
          <a:prstGeom prst="rect">
            <a:avLst/>
          </a:prstGeom>
          <a:blipFill rotWithShape="0">
            <a:blip r:embed="rId3"/>
            <a:srcRect/>
            <a:tile tx="0" ty="0" sx="74113" sy="74113" algn="ctr"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92" name="Oval 91"/>
          <p:cNvSpPr/>
          <p:nvPr/>
        </p:nvSpPr>
        <p:spPr>
          <a:xfrm>
            <a:off x="3474720" y="2560320"/>
            <a:ext cx="2742480" cy="274248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128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95" name="PlaceHolder 3"/>
          <p:cNvSpPr>
            <a:spLocks noGrp="1"/>
          </p:cNvSpPr>
          <p:nvPr>
            <p:ph type="ftr" idx="10"/>
          </p:nvPr>
        </p:nvSpPr>
        <p:spPr>
          <a:xfrm>
            <a:off x="3442680" y="516600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strike="noStrike" spc="-1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strike="noStrike" spc="-1">
                <a:solidFill>
                  <a:srgbClr val="000000"/>
                </a:solidFill>
                <a:latin typeface="Noto Sans"/>
              </a:rPr>
              <a:t>&lt;footer&gt;</a:t>
            </a:r>
            <a:endParaRPr lang="en-IN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 type="sldNum" idx="11"/>
          </p:nvPr>
        </p:nvSpPr>
        <p:spPr>
          <a:xfrm>
            <a:off x="722736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IN" sz="1400" b="0" strike="noStrike" spc="-1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A9E718C-A88E-4B34-BBE6-CBB15FD1BB61}" type="slidenum">
              <a:rPr lang="en-IN" sz="1400" b="0" strike="noStrike" spc="-1">
                <a:solidFill>
                  <a:srgbClr val="000000"/>
                </a:solidFill>
                <a:latin typeface="Noto Sans"/>
              </a:rPr>
              <a:t>‹#›</a:t>
            </a:fld>
            <a:endParaRPr lang="en-IN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" name="PlaceHolder 5"/>
          <p:cNvSpPr>
            <a:spLocks noGrp="1"/>
          </p:cNvSpPr>
          <p:nvPr>
            <p:ph type="dt" idx="12"/>
          </p:nvPr>
        </p:nvSpPr>
        <p:spPr>
          <a:xfrm>
            <a:off x="46800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Oval 99"/>
          <p:cNvSpPr/>
          <p:nvPr/>
        </p:nvSpPr>
        <p:spPr>
          <a:xfrm>
            <a:off x="822960" y="2468880"/>
            <a:ext cx="1462320" cy="146232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dist="102841" dir="2700000" rotWithShape="0">
              <a:srgbClr val="808080">
                <a:alpha val="2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101" name="Oval 100"/>
          <p:cNvSpPr/>
          <p:nvPr/>
        </p:nvSpPr>
        <p:spPr>
          <a:xfrm>
            <a:off x="4480560" y="1554480"/>
            <a:ext cx="1462320" cy="146232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dist="102841" dir="2700000" rotWithShape="0">
              <a:srgbClr val="808080">
                <a:alpha val="2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102" name="Oval 101"/>
          <p:cNvSpPr/>
          <p:nvPr/>
        </p:nvSpPr>
        <p:spPr>
          <a:xfrm>
            <a:off x="6583680" y="3108960"/>
            <a:ext cx="1462320" cy="146232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dist="102841" dir="2700000" rotWithShape="0">
              <a:srgbClr val="808080">
                <a:alpha val="2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103" name="Freeform: Shape 102"/>
          <p:cNvSpPr/>
          <p:nvPr/>
        </p:nvSpPr>
        <p:spPr>
          <a:xfrm>
            <a:off x="1554480" y="4114800"/>
            <a:ext cx="913680" cy="656640"/>
          </a:xfrm>
          <a:custGeom>
            <a:avLst/>
            <a:gdLst>
              <a:gd name="textAreaLeft" fmla="*/ 0 w 913680"/>
              <a:gd name="textAreaRight" fmla="*/ 914400 w 913680"/>
              <a:gd name="textAreaTop" fmla="*/ 0 h 656640"/>
              <a:gd name="textAreaBottom" fmla="*/ 657360 h 656640"/>
            </a:gdLst>
            <a:ahLst/>
            <a:cxnLst/>
            <a:rect l="textAreaLeft" t="textAreaTop" r="textAreaRight" b="textAreaBottom"/>
            <a:pathLst>
              <a:path w="2540" h="1826" fill="none">
                <a:moveTo>
                  <a:pt x="0" y="0"/>
                </a:moveTo>
                <a:cubicBezTo>
                  <a:pt x="508" y="2286"/>
                  <a:pt x="2540" y="1778"/>
                  <a:pt x="2540" y="1778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360" tIns="63360" rIns="108360" bIns="6336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104" name="Freeform: Shape 103"/>
          <p:cNvSpPr/>
          <p:nvPr/>
        </p:nvSpPr>
        <p:spPr>
          <a:xfrm>
            <a:off x="3657600" y="1188720"/>
            <a:ext cx="822240" cy="639360"/>
          </a:xfrm>
          <a:custGeom>
            <a:avLst/>
            <a:gdLst>
              <a:gd name="textAreaLeft" fmla="*/ 0 w 822240"/>
              <a:gd name="textAreaRight" fmla="*/ 822960 w 822240"/>
              <a:gd name="textAreaTop" fmla="*/ 0 h 639360"/>
              <a:gd name="textAreaBottom" fmla="*/ 640080 h 639360"/>
            </a:gdLst>
            <a:ahLst/>
            <a:cxnLst/>
            <a:rect l="textAreaLeft" t="textAreaTop" r="textAreaRight" b="textAreaBottom"/>
            <a:pathLst>
              <a:path w="2286" h="1778" fill="none">
                <a:moveTo>
                  <a:pt x="2286" y="1778"/>
                </a:moveTo>
                <a:cubicBezTo>
                  <a:pt x="1016" y="1778"/>
                  <a:pt x="2033" y="0"/>
                  <a:pt x="0" y="0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360" tIns="63360" rIns="108360" bIns="6336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105" name="Freeform: Shape 104"/>
          <p:cNvSpPr/>
          <p:nvPr/>
        </p:nvSpPr>
        <p:spPr>
          <a:xfrm>
            <a:off x="7955280" y="2011680"/>
            <a:ext cx="1463400" cy="1188000"/>
          </a:xfrm>
          <a:custGeom>
            <a:avLst/>
            <a:gdLst>
              <a:gd name="textAreaLeft" fmla="*/ 0 w 1463400"/>
              <a:gd name="textAreaRight" fmla="*/ 1464120 w 1463400"/>
              <a:gd name="textAreaTop" fmla="*/ 0 h 1188000"/>
              <a:gd name="textAreaBottom" fmla="*/ 1188720 h 1188000"/>
            </a:gdLst>
            <a:ahLst/>
            <a:cxnLst/>
            <a:rect l="textAreaLeft" t="textAreaTop" r="textAreaRight" b="textAreaBottom"/>
            <a:pathLst>
              <a:path w="4067" h="3302" fill="none">
                <a:moveTo>
                  <a:pt x="3302" y="0"/>
                </a:moveTo>
                <a:cubicBezTo>
                  <a:pt x="4826" y="1016"/>
                  <a:pt x="3810" y="2286"/>
                  <a:pt x="2540" y="2286"/>
                </a:cubicBezTo>
                <a:cubicBezTo>
                  <a:pt x="1269" y="2286"/>
                  <a:pt x="253" y="2540"/>
                  <a:pt x="0" y="3302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360" tIns="63360" rIns="108360" bIns="6336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106" name="Oval 105"/>
          <p:cNvSpPr/>
          <p:nvPr/>
        </p:nvSpPr>
        <p:spPr>
          <a:xfrm>
            <a:off x="2468880" y="822960"/>
            <a:ext cx="1409760" cy="137088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107" name="Oval 106"/>
          <p:cNvSpPr/>
          <p:nvPr/>
        </p:nvSpPr>
        <p:spPr>
          <a:xfrm>
            <a:off x="3931920" y="4663440"/>
            <a:ext cx="1684080" cy="16452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108" name="Oval 107"/>
          <p:cNvSpPr/>
          <p:nvPr/>
        </p:nvSpPr>
        <p:spPr>
          <a:xfrm>
            <a:off x="8412480" y="1280160"/>
            <a:ext cx="1096560" cy="10051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128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11" name="PlaceHolder 3"/>
          <p:cNvSpPr>
            <a:spLocks noGrp="1"/>
          </p:cNvSpPr>
          <p:nvPr>
            <p:ph type="ftr" idx="13"/>
          </p:nvPr>
        </p:nvSpPr>
        <p:spPr>
          <a:xfrm>
            <a:off x="3442680" y="516600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strike="noStrike" spc="-1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strike="noStrike" spc="-1">
                <a:solidFill>
                  <a:srgbClr val="000000"/>
                </a:solidFill>
                <a:latin typeface="Noto Sans"/>
              </a:rPr>
              <a:t>&lt;footer&gt;</a:t>
            </a:r>
            <a:endParaRPr lang="en-IN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 type="sldNum" idx="14"/>
          </p:nvPr>
        </p:nvSpPr>
        <p:spPr>
          <a:xfrm>
            <a:off x="722736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IN" sz="1400" b="0" strike="noStrike" spc="-1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C61C32C-5033-4448-80C0-574ACFDB119E}" type="slidenum">
              <a:rPr lang="en-IN" sz="1400" b="0" strike="noStrike" spc="-1">
                <a:solidFill>
                  <a:srgbClr val="000000"/>
                </a:solidFill>
                <a:latin typeface="Noto Sans"/>
              </a:rPr>
              <a:t>‹#›</a:t>
            </a:fld>
            <a:endParaRPr lang="en-IN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" name="PlaceHolder 5"/>
          <p:cNvSpPr>
            <a:spLocks noGrp="1"/>
          </p:cNvSpPr>
          <p:nvPr>
            <p:ph type="dt" idx="15"/>
          </p:nvPr>
        </p:nvSpPr>
        <p:spPr>
          <a:xfrm>
            <a:off x="46800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Oval 115"/>
          <p:cNvSpPr/>
          <p:nvPr/>
        </p:nvSpPr>
        <p:spPr>
          <a:xfrm>
            <a:off x="822960" y="2468880"/>
            <a:ext cx="1462320" cy="146232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dist="102841" dir="2700000" rotWithShape="0">
              <a:srgbClr val="808080">
                <a:alpha val="2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117" name="Oval 116"/>
          <p:cNvSpPr/>
          <p:nvPr/>
        </p:nvSpPr>
        <p:spPr>
          <a:xfrm>
            <a:off x="4480560" y="1554480"/>
            <a:ext cx="1462320" cy="146232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dist="102841" dir="2700000" rotWithShape="0">
              <a:srgbClr val="808080">
                <a:alpha val="2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118" name="Oval 117"/>
          <p:cNvSpPr/>
          <p:nvPr/>
        </p:nvSpPr>
        <p:spPr>
          <a:xfrm>
            <a:off x="6583680" y="3108960"/>
            <a:ext cx="1462320" cy="146232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dist="102841" dir="2700000" rotWithShape="0">
              <a:srgbClr val="808080">
                <a:alpha val="2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119" name="Freeform: Shape 118"/>
          <p:cNvSpPr/>
          <p:nvPr/>
        </p:nvSpPr>
        <p:spPr>
          <a:xfrm>
            <a:off x="1554480" y="4114800"/>
            <a:ext cx="913680" cy="656640"/>
          </a:xfrm>
          <a:custGeom>
            <a:avLst/>
            <a:gdLst>
              <a:gd name="textAreaLeft" fmla="*/ 0 w 913680"/>
              <a:gd name="textAreaRight" fmla="*/ 914400 w 913680"/>
              <a:gd name="textAreaTop" fmla="*/ 0 h 656640"/>
              <a:gd name="textAreaBottom" fmla="*/ 657360 h 656640"/>
            </a:gdLst>
            <a:ahLst/>
            <a:cxnLst/>
            <a:rect l="textAreaLeft" t="textAreaTop" r="textAreaRight" b="textAreaBottom"/>
            <a:pathLst>
              <a:path w="2540" h="1826" fill="none">
                <a:moveTo>
                  <a:pt x="0" y="0"/>
                </a:moveTo>
                <a:cubicBezTo>
                  <a:pt x="508" y="2286"/>
                  <a:pt x="2540" y="1778"/>
                  <a:pt x="2540" y="1778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360" tIns="63360" rIns="108360" bIns="6336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120" name="Freeform: Shape 119"/>
          <p:cNvSpPr/>
          <p:nvPr/>
        </p:nvSpPr>
        <p:spPr>
          <a:xfrm>
            <a:off x="3657600" y="1188720"/>
            <a:ext cx="822240" cy="639360"/>
          </a:xfrm>
          <a:custGeom>
            <a:avLst/>
            <a:gdLst>
              <a:gd name="textAreaLeft" fmla="*/ 0 w 822240"/>
              <a:gd name="textAreaRight" fmla="*/ 822960 w 822240"/>
              <a:gd name="textAreaTop" fmla="*/ 0 h 639360"/>
              <a:gd name="textAreaBottom" fmla="*/ 640080 h 639360"/>
            </a:gdLst>
            <a:ahLst/>
            <a:cxnLst/>
            <a:rect l="textAreaLeft" t="textAreaTop" r="textAreaRight" b="textAreaBottom"/>
            <a:pathLst>
              <a:path w="2286" h="1778" fill="none">
                <a:moveTo>
                  <a:pt x="2286" y="1778"/>
                </a:moveTo>
                <a:cubicBezTo>
                  <a:pt x="1016" y="1778"/>
                  <a:pt x="2033" y="0"/>
                  <a:pt x="0" y="0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360" tIns="63360" rIns="108360" bIns="6336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121" name="Freeform: Shape 120"/>
          <p:cNvSpPr/>
          <p:nvPr/>
        </p:nvSpPr>
        <p:spPr>
          <a:xfrm>
            <a:off x="7955280" y="2011680"/>
            <a:ext cx="1463400" cy="1188000"/>
          </a:xfrm>
          <a:custGeom>
            <a:avLst/>
            <a:gdLst>
              <a:gd name="textAreaLeft" fmla="*/ 0 w 1463400"/>
              <a:gd name="textAreaRight" fmla="*/ 1464120 w 1463400"/>
              <a:gd name="textAreaTop" fmla="*/ 0 h 1188000"/>
              <a:gd name="textAreaBottom" fmla="*/ 1188720 h 1188000"/>
            </a:gdLst>
            <a:ahLst/>
            <a:cxnLst/>
            <a:rect l="textAreaLeft" t="textAreaTop" r="textAreaRight" b="textAreaBottom"/>
            <a:pathLst>
              <a:path w="4067" h="3302" fill="none">
                <a:moveTo>
                  <a:pt x="3302" y="0"/>
                </a:moveTo>
                <a:cubicBezTo>
                  <a:pt x="4826" y="1016"/>
                  <a:pt x="3810" y="2286"/>
                  <a:pt x="2540" y="2286"/>
                </a:cubicBezTo>
                <a:cubicBezTo>
                  <a:pt x="1269" y="2286"/>
                  <a:pt x="253" y="2540"/>
                  <a:pt x="0" y="3302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360" tIns="63360" rIns="108360" bIns="6336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122" name="Oval 121"/>
          <p:cNvSpPr/>
          <p:nvPr/>
        </p:nvSpPr>
        <p:spPr>
          <a:xfrm>
            <a:off x="2468880" y="822960"/>
            <a:ext cx="1409760" cy="137088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123" name="Oval 122"/>
          <p:cNvSpPr/>
          <p:nvPr/>
        </p:nvSpPr>
        <p:spPr>
          <a:xfrm>
            <a:off x="3931920" y="4663440"/>
            <a:ext cx="1684080" cy="16452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124" name="Oval 123"/>
          <p:cNvSpPr/>
          <p:nvPr/>
        </p:nvSpPr>
        <p:spPr>
          <a:xfrm>
            <a:off x="8412480" y="1280160"/>
            <a:ext cx="1096560" cy="10051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125" name="PlaceHolder 1"/>
          <p:cNvSpPr>
            <a:spLocks noGrp="1"/>
          </p:cNvSpPr>
          <p:nvPr>
            <p:ph type="ftr" idx="16"/>
          </p:nvPr>
        </p:nvSpPr>
        <p:spPr>
          <a:xfrm>
            <a:off x="3442680" y="516600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strike="noStrike" spc="-1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strike="noStrike" spc="-1">
                <a:solidFill>
                  <a:srgbClr val="000000"/>
                </a:solidFill>
                <a:latin typeface="Noto Sans"/>
              </a:rPr>
              <a:t>&lt;footer&gt;</a:t>
            </a:r>
            <a:endParaRPr lang="en-IN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sldNum" idx="17"/>
          </p:nvPr>
        </p:nvSpPr>
        <p:spPr>
          <a:xfrm>
            <a:off x="722736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IN" sz="1400" b="0" strike="noStrike" spc="-1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4522439-5525-4F71-968A-31D9D30310B0}" type="slidenum">
              <a:rPr lang="en-IN" sz="1400" b="0" strike="noStrike" spc="-1">
                <a:solidFill>
                  <a:srgbClr val="000000"/>
                </a:solidFill>
                <a:latin typeface="Noto Sans"/>
              </a:rPr>
              <a:t>‹#›</a:t>
            </a:fld>
            <a:endParaRPr lang="en-IN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dt" idx="18"/>
          </p:nvPr>
        </p:nvSpPr>
        <p:spPr>
          <a:xfrm>
            <a:off x="46800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Oval 127"/>
          <p:cNvSpPr/>
          <p:nvPr/>
        </p:nvSpPr>
        <p:spPr>
          <a:xfrm>
            <a:off x="2103480" y="3658320"/>
            <a:ext cx="1645200" cy="16452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129" name="Oval 128"/>
          <p:cNvSpPr/>
          <p:nvPr/>
        </p:nvSpPr>
        <p:spPr>
          <a:xfrm>
            <a:off x="823320" y="-273240"/>
            <a:ext cx="2193840" cy="21938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130" name="Oval 129"/>
          <p:cNvSpPr/>
          <p:nvPr/>
        </p:nvSpPr>
        <p:spPr>
          <a:xfrm>
            <a:off x="7955640" y="3109680"/>
            <a:ext cx="2193840" cy="21938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131" name="Oval 130"/>
          <p:cNvSpPr/>
          <p:nvPr/>
        </p:nvSpPr>
        <p:spPr>
          <a:xfrm>
            <a:off x="9601560" y="915120"/>
            <a:ext cx="1645200" cy="16452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grpSp>
        <p:nvGrpSpPr>
          <p:cNvPr id="132" name="Group 131"/>
          <p:cNvGrpSpPr/>
          <p:nvPr/>
        </p:nvGrpSpPr>
        <p:grpSpPr>
          <a:xfrm>
            <a:off x="3917520" y="1135080"/>
            <a:ext cx="2432880" cy="4338360"/>
            <a:chOff x="3917520" y="1135080"/>
            <a:chExt cx="2432880" cy="4338360"/>
          </a:xfrm>
        </p:grpSpPr>
        <p:sp>
          <p:nvSpPr>
            <p:cNvPr id="133" name="Parallelogram 132"/>
            <p:cNvSpPr/>
            <p:nvPr/>
          </p:nvSpPr>
          <p:spPr>
            <a:xfrm rot="5330400" flipH="1" flipV="1">
              <a:off x="4853160" y="3737520"/>
              <a:ext cx="1370880" cy="1462320"/>
            </a:xfrm>
            <a:prstGeom prst="parallelogram">
              <a:avLst>
                <a:gd name="adj" fmla="val 50564"/>
              </a:avLst>
            </a:prstGeom>
            <a:solidFill>
              <a:srgbClr val="DEE2E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134" name="Parallelogram 133"/>
            <p:cNvSpPr/>
            <p:nvPr/>
          </p:nvSpPr>
          <p:spPr>
            <a:xfrm rot="5330400" flipH="1" flipV="1">
              <a:off x="4022640" y="2699280"/>
              <a:ext cx="1370880" cy="1462320"/>
            </a:xfrm>
            <a:prstGeom prst="parallelogram">
              <a:avLst>
                <a:gd name="adj" fmla="val 50564"/>
              </a:avLst>
            </a:prstGeom>
            <a:solidFill>
              <a:srgbClr val="CED4DA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135" name="Parallelogram 134"/>
            <p:cNvSpPr/>
            <p:nvPr/>
          </p:nvSpPr>
          <p:spPr>
            <a:xfrm rot="5330400" flipH="1" flipV="1">
              <a:off x="4919760" y="2435040"/>
              <a:ext cx="1370880" cy="1462320"/>
            </a:xfrm>
            <a:prstGeom prst="parallelogram">
              <a:avLst>
                <a:gd name="adj" fmla="val 50564"/>
              </a:avLst>
            </a:prstGeom>
            <a:solidFill>
              <a:srgbClr val="ADB5BD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136" name="Parallelogram 135"/>
            <p:cNvSpPr/>
            <p:nvPr/>
          </p:nvSpPr>
          <p:spPr>
            <a:xfrm rot="5330400" flipH="1" flipV="1">
              <a:off x="3976560" y="1341360"/>
              <a:ext cx="1370880" cy="1462320"/>
            </a:xfrm>
            <a:prstGeom prst="parallelogram">
              <a:avLst>
                <a:gd name="adj" fmla="val 50564"/>
              </a:avLst>
            </a:prstGeom>
            <a:solidFill>
              <a:srgbClr val="6C757D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137" name="Parallelogram 136"/>
            <p:cNvSpPr/>
            <p:nvPr/>
          </p:nvSpPr>
          <p:spPr>
            <a:xfrm rot="5330400" flipH="1" flipV="1">
              <a:off x="4910760" y="1103400"/>
              <a:ext cx="1370880" cy="1462320"/>
            </a:xfrm>
            <a:prstGeom prst="parallelogram">
              <a:avLst>
                <a:gd name="adj" fmla="val 50564"/>
              </a:avLst>
            </a:prstGeom>
            <a:solidFill>
              <a:srgbClr val="343A4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138" name="Parallelogram 137"/>
            <p:cNvSpPr/>
            <p:nvPr/>
          </p:nvSpPr>
          <p:spPr>
            <a:xfrm rot="5330400" flipH="1" flipV="1">
              <a:off x="4031280" y="4041720"/>
              <a:ext cx="1370880" cy="1462320"/>
            </a:xfrm>
            <a:prstGeom prst="parallelogram">
              <a:avLst>
                <a:gd name="adj" fmla="val 50564"/>
              </a:avLst>
            </a:prstGeom>
            <a:solidFill>
              <a:srgbClr val="E9ECE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</p:grpSp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128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41" name="PlaceHolder 3"/>
          <p:cNvSpPr>
            <a:spLocks noGrp="1"/>
          </p:cNvSpPr>
          <p:nvPr>
            <p:ph type="ftr" idx="19"/>
          </p:nvPr>
        </p:nvSpPr>
        <p:spPr>
          <a:xfrm>
            <a:off x="3442680" y="516600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strike="noStrike" spc="-1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strike="noStrike" spc="-1">
                <a:solidFill>
                  <a:srgbClr val="000000"/>
                </a:solidFill>
                <a:latin typeface="Noto Sans"/>
              </a:rPr>
              <a:t>&lt;footer&gt;</a:t>
            </a:r>
            <a:endParaRPr lang="en-IN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" name="PlaceHolder 4"/>
          <p:cNvSpPr>
            <a:spLocks noGrp="1"/>
          </p:cNvSpPr>
          <p:nvPr>
            <p:ph type="sldNum" idx="20"/>
          </p:nvPr>
        </p:nvSpPr>
        <p:spPr>
          <a:xfrm>
            <a:off x="722736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IN" sz="1400" b="0" strike="noStrike" spc="-1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A0D3796-93AB-4284-9058-5DA95CDC7177}" type="slidenum">
              <a:rPr lang="en-IN" sz="1400" b="0" strike="noStrike" spc="-1">
                <a:solidFill>
                  <a:srgbClr val="000000"/>
                </a:solidFill>
                <a:latin typeface="Noto Sans"/>
              </a:rPr>
              <a:t>‹#›</a:t>
            </a:fld>
            <a:endParaRPr lang="en-IN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" name="PlaceHolder 5"/>
          <p:cNvSpPr>
            <a:spLocks noGrp="1"/>
          </p:cNvSpPr>
          <p:nvPr>
            <p:ph type="dt" idx="21"/>
          </p:nvPr>
        </p:nvSpPr>
        <p:spPr>
          <a:xfrm>
            <a:off x="46800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Oval 145"/>
          <p:cNvSpPr/>
          <p:nvPr/>
        </p:nvSpPr>
        <p:spPr>
          <a:xfrm>
            <a:off x="2103480" y="3658320"/>
            <a:ext cx="1645200" cy="16452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147" name="Oval 146"/>
          <p:cNvSpPr/>
          <p:nvPr/>
        </p:nvSpPr>
        <p:spPr>
          <a:xfrm>
            <a:off x="823320" y="-273240"/>
            <a:ext cx="2193840" cy="21938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148" name="Oval 147"/>
          <p:cNvSpPr/>
          <p:nvPr/>
        </p:nvSpPr>
        <p:spPr>
          <a:xfrm>
            <a:off x="7955640" y="3109680"/>
            <a:ext cx="2193840" cy="21938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149" name="Oval 148"/>
          <p:cNvSpPr/>
          <p:nvPr/>
        </p:nvSpPr>
        <p:spPr>
          <a:xfrm>
            <a:off x="9601560" y="915120"/>
            <a:ext cx="1645200" cy="16452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grpSp>
        <p:nvGrpSpPr>
          <p:cNvPr id="150" name="Group 149"/>
          <p:cNvGrpSpPr/>
          <p:nvPr/>
        </p:nvGrpSpPr>
        <p:grpSpPr>
          <a:xfrm>
            <a:off x="3917520" y="1135080"/>
            <a:ext cx="2432880" cy="4338360"/>
            <a:chOff x="3917520" y="1135080"/>
            <a:chExt cx="2432880" cy="4338360"/>
          </a:xfrm>
        </p:grpSpPr>
        <p:sp>
          <p:nvSpPr>
            <p:cNvPr id="151" name="Parallelogram 150"/>
            <p:cNvSpPr/>
            <p:nvPr/>
          </p:nvSpPr>
          <p:spPr>
            <a:xfrm rot="5330400" flipH="1" flipV="1">
              <a:off x="4853160" y="3737520"/>
              <a:ext cx="1370880" cy="1462320"/>
            </a:xfrm>
            <a:prstGeom prst="parallelogram">
              <a:avLst>
                <a:gd name="adj" fmla="val 50564"/>
              </a:avLst>
            </a:prstGeom>
            <a:solidFill>
              <a:srgbClr val="DEE2E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152" name="Parallelogram 151"/>
            <p:cNvSpPr/>
            <p:nvPr/>
          </p:nvSpPr>
          <p:spPr>
            <a:xfrm rot="5330400" flipH="1" flipV="1">
              <a:off x="4022640" y="2699280"/>
              <a:ext cx="1370880" cy="1462320"/>
            </a:xfrm>
            <a:prstGeom prst="parallelogram">
              <a:avLst>
                <a:gd name="adj" fmla="val 50564"/>
              </a:avLst>
            </a:prstGeom>
            <a:solidFill>
              <a:srgbClr val="CED4DA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153" name="Parallelogram 152"/>
            <p:cNvSpPr/>
            <p:nvPr/>
          </p:nvSpPr>
          <p:spPr>
            <a:xfrm rot="5330400" flipH="1" flipV="1">
              <a:off x="4919760" y="2435040"/>
              <a:ext cx="1370880" cy="1462320"/>
            </a:xfrm>
            <a:prstGeom prst="parallelogram">
              <a:avLst>
                <a:gd name="adj" fmla="val 50564"/>
              </a:avLst>
            </a:prstGeom>
            <a:solidFill>
              <a:srgbClr val="ADB5BD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154" name="Parallelogram 153"/>
            <p:cNvSpPr/>
            <p:nvPr/>
          </p:nvSpPr>
          <p:spPr>
            <a:xfrm rot="5330400" flipH="1" flipV="1">
              <a:off x="3976560" y="1341360"/>
              <a:ext cx="1370880" cy="1462320"/>
            </a:xfrm>
            <a:prstGeom prst="parallelogram">
              <a:avLst>
                <a:gd name="adj" fmla="val 50564"/>
              </a:avLst>
            </a:prstGeom>
            <a:solidFill>
              <a:srgbClr val="6C757D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155" name="Parallelogram 154"/>
            <p:cNvSpPr/>
            <p:nvPr/>
          </p:nvSpPr>
          <p:spPr>
            <a:xfrm rot="5330400" flipH="1" flipV="1">
              <a:off x="4910760" y="1103400"/>
              <a:ext cx="1370880" cy="1462320"/>
            </a:xfrm>
            <a:prstGeom prst="parallelogram">
              <a:avLst>
                <a:gd name="adj" fmla="val 50564"/>
              </a:avLst>
            </a:prstGeom>
            <a:solidFill>
              <a:srgbClr val="343A4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156" name="Parallelogram 155"/>
            <p:cNvSpPr/>
            <p:nvPr/>
          </p:nvSpPr>
          <p:spPr>
            <a:xfrm rot="5330400" flipH="1" flipV="1">
              <a:off x="4031280" y="4041720"/>
              <a:ext cx="1370880" cy="1462320"/>
            </a:xfrm>
            <a:prstGeom prst="parallelogram">
              <a:avLst>
                <a:gd name="adj" fmla="val 50564"/>
              </a:avLst>
            </a:prstGeom>
            <a:solidFill>
              <a:srgbClr val="E9ECE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</p:grpSp>
      <p:sp>
        <p:nvSpPr>
          <p:cNvPr id="157" name="PlaceHolder 1"/>
          <p:cNvSpPr>
            <a:spLocks noGrp="1"/>
          </p:cNvSpPr>
          <p:nvPr>
            <p:ph type="ftr" idx="22"/>
          </p:nvPr>
        </p:nvSpPr>
        <p:spPr>
          <a:xfrm>
            <a:off x="3442680" y="516600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strike="noStrike" spc="-1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strike="noStrike" spc="-1">
                <a:solidFill>
                  <a:srgbClr val="000000"/>
                </a:solidFill>
                <a:latin typeface="Noto Sans"/>
              </a:rPr>
              <a:t>&lt;footer&gt;</a:t>
            </a:r>
            <a:endParaRPr lang="en-IN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 type="sldNum" idx="23"/>
          </p:nvPr>
        </p:nvSpPr>
        <p:spPr>
          <a:xfrm>
            <a:off x="722736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IN" sz="1400" b="0" strike="noStrike" spc="-1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492CE29-3633-47D0-9D93-78AA6840E7DD}" type="slidenum">
              <a:rPr lang="en-IN" sz="1400" b="0" strike="noStrike" spc="-1">
                <a:solidFill>
                  <a:srgbClr val="000000"/>
                </a:solidFill>
                <a:latin typeface="Noto Sans"/>
              </a:rPr>
              <a:t>‹#›</a:t>
            </a:fld>
            <a:endParaRPr lang="en-IN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dt" idx="24"/>
          </p:nvPr>
        </p:nvSpPr>
        <p:spPr>
          <a:xfrm>
            <a:off x="46800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Rectangle 159"/>
          <p:cNvSpPr/>
          <p:nvPr/>
        </p:nvSpPr>
        <p:spPr>
          <a:xfrm>
            <a:off x="6771960" y="1300320"/>
            <a:ext cx="861120" cy="18216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161" name="Rectangle 160"/>
          <p:cNvSpPr/>
          <p:nvPr/>
        </p:nvSpPr>
        <p:spPr>
          <a:xfrm>
            <a:off x="5813280" y="3854880"/>
            <a:ext cx="861120" cy="18216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162" name="Oval 161"/>
          <p:cNvSpPr/>
          <p:nvPr/>
        </p:nvSpPr>
        <p:spPr>
          <a:xfrm>
            <a:off x="7589520" y="2560320"/>
            <a:ext cx="2193840" cy="21938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163" name="Oval 162"/>
          <p:cNvSpPr/>
          <p:nvPr/>
        </p:nvSpPr>
        <p:spPr>
          <a:xfrm>
            <a:off x="3200400" y="731520"/>
            <a:ext cx="1684080" cy="16452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164" name="Oval 163"/>
          <p:cNvSpPr/>
          <p:nvPr/>
        </p:nvSpPr>
        <p:spPr>
          <a:xfrm>
            <a:off x="1424160" y="3489120"/>
            <a:ext cx="1684080" cy="16452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165" name="Freeform: Shape 164"/>
          <p:cNvSpPr/>
          <p:nvPr/>
        </p:nvSpPr>
        <p:spPr>
          <a:xfrm>
            <a:off x="700920" y="1900080"/>
            <a:ext cx="1401480" cy="1848240"/>
          </a:xfrm>
          <a:custGeom>
            <a:avLst/>
            <a:gdLst>
              <a:gd name="textAreaLeft" fmla="*/ 0 w 1401480"/>
              <a:gd name="textAreaRight" fmla="*/ 1402200 w 1401480"/>
              <a:gd name="textAreaTop" fmla="*/ 0 h 1848240"/>
              <a:gd name="textAreaBottom" fmla="*/ 1848960 h 1848240"/>
            </a:gdLst>
            <a:ahLst/>
            <a:cxnLst/>
            <a:rect l="textAreaLeft" t="textAreaTop" r="textAreaRight" b="textAreaBottom"/>
            <a:pathLst>
              <a:path w="3895" h="5136" fill="none">
                <a:moveTo>
                  <a:pt x="339" y="0"/>
                </a:moveTo>
                <a:cubicBezTo>
                  <a:pt x="-931" y="2540"/>
                  <a:pt x="1609" y="5588"/>
                  <a:pt x="3895" y="5080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  <a:headEnd type="triangl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360" tIns="63360" rIns="108360" bIns="6336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166" name="Freeform: Shape 165"/>
          <p:cNvSpPr/>
          <p:nvPr/>
        </p:nvSpPr>
        <p:spPr>
          <a:xfrm>
            <a:off x="3931920" y="2011680"/>
            <a:ext cx="975240" cy="1370880"/>
          </a:xfrm>
          <a:custGeom>
            <a:avLst/>
            <a:gdLst>
              <a:gd name="textAreaLeft" fmla="*/ 0 w 975240"/>
              <a:gd name="textAreaRight" fmla="*/ 975960 w 975240"/>
              <a:gd name="textAreaTop" fmla="*/ 0 h 1370880"/>
              <a:gd name="textAreaBottom" fmla="*/ 1371600 h 1370880"/>
            </a:gdLst>
            <a:ahLst/>
            <a:cxnLst/>
            <a:rect l="textAreaLeft" t="textAreaTop" r="textAreaRight" b="textAreaBottom"/>
            <a:pathLst>
              <a:path w="2711" h="3810" fill="none">
                <a:moveTo>
                  <a:pt x="0" y="3810"/>
                </a:moveTo>
                <a:cubicBezTo>
                  <a:pt x="762" y="3048"/>
                  <a:pt x="1271" y="3556"/>
                  <a:pt x="1270" y="2795"/>
                </a:cubicBezTo>
                <a:cubicBezTo>
                  <a:pt x="1270" y="2032"/>
                  <a:pt x="3301" y="2286"/>
                  <a:pt x="2540" y="3048"/>
                </a:cubicBezTo>
                <a:cubicBezTo>
                  <a:pt x="1778" y="3810"/>
                  <a:pt x="1524" y="508"/>
                  <a:pt x="2540" y="0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  <a:headEnd type="triangl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360" tIns="63360" rIns="108360" bIns="6336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167" name="Freeform: Shape 166"/>
          <p:cNvSpPr/>
          <p:nvPr/>
        </p:nvSpPr>
        <p:spPr>
          <a:xfrm>
            <a:off x="7724880" y="2103120"/>
            <a:ext cx="778320" cy="1462320"/>
          </a:xfrm>
          <a:custGeom>
            <a:avLst/>
            <a:gdLst>
              <a:gd name="textAreaLeft" fmla="*/ 0 w 778320"/>
              <a:gd name="textAreaRight" fmla="*/ 779040 w 778320"/>
              <a:gd name="textAreaTop" fmla="*/ 0 h 1462320"/>
              <a:gd name="textAreaBottom" fmla="*/ 1463040 h 1462320"/>
            </a:gdLst>
            <a:ahLst/>
            <a:cxnLst/>
            <a:rect l="textAreaLeft" t="textAreaTop" r="textAreaRight" b="textAreaBottom"/>
            <a:pathLst>
              <a:path w="2164" h="4064" fill="none">
                <a:moveTo>
                  <a:pt x="132" y="4064"/>
                </a:moveTo>
                <a:cubicBezTo>
                  <a:pt x="-630" y="3301"/>
                  <a:pt x="2164" y="3555"/>
                  <a:pt x="2164" y="2794"/>
                </a:cubicBezTo>
                <a:cubicBezTo>
                  <a:pt x="2164" y="2032"/>
                  <a:pt x="-630" y="1778"/>
                  <a:pt x="132" y="2540"/>
                </a:cubicBezTo>
                <a:cubicBezTo>
                  <a:pt x="894" y="3302"/>
                  <a:pt x="1910" y="508"/>
                  <a:pt x="894" y="0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  <a:headEnd type="triangl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360" tIns="63360" rIns="108360" bIns="6336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168" name="Rectangle 167"/>
          <p:cNvSpPr/>
          <p:nvPr/>
        </p:nvSpPr>
        <p:spPr>
          <a:xfrm>
            <a:off x="1424160" y="4754880"/>
            <a:ext cx="861120" cy="18216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169" name="Rectangle 168"/>
          <p:cNvSpPr/>
          <p:nvPr/>
        </p:nvSpPr>
        <p:spPr>
          <a:xfrm>
            <a:off x="2887200" y="1300320"/>
            <a:ext cx="861120" cy="18216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71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128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72" name="PlaceHolder 3"/>
          <p:cNvSpPr>
            <a:spLocks noGrp="1"/>
          </p:cNvSpPr>
          <p:nvPr>
            <p:ph type="ftr" idx="25"/>
          </p:nvPr>
        </p:nvSpPr>
        <p:spPr>
          <a:xfrm>
            <a:off x="3442680" y="516600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strike="noStrike" spc="-1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strike="noStrike" spc="-1">
                <a:solidFill>
                  <a:srgbClr val="000000"/>
                </a:solidFill>
                <a:latin typeface="Noto Sans"/>
              </a:rPr>
              <a:t>&lt;footer&gt;</a:t>
            </a:r>
            <a:endParaRPr lang="en-IN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" name="PlaceHolder 4"/>
          <p:cNvSpPr>
            <a:spLocks noGrp="1"/>
          </p:cNvSpPr>
          <p:nvPr>
            <p:ph type="sldNum" idx="26"/>
          </p:nvPr>
        </p:nvSpPr>
        <p:spPr>
          <a:xfrm>
            <a:off x="722736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IN" sz="1400" b="0" strike="noStrike" spc="-1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99B18E8-0C5B-48E5-BACD-5BC364E750EE}" type="slidenum">
              <a:rPr lang="en-IN" sz="1400" b="0" strike="noStrike" spc="-1">
                <a:solidFill>
                  <a:srgbClr val="000000"/>
                </a:solidFill>
                <a:latin typeface="Noto Sans"/>
              </a:rPr>
              <a:t>‹#›</a:t>
            </a:fld>
            <a:endParaRPr lang="en-IN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" name="PlaceHolder 5"/>
          <p:cNvSpPr>
            <a:spLocks noGrp="1"/>
          </p:cNvSpPr>
          <p:nvPr>
            <p:ph type="dt" idx="27"/>
          </p:nvPr>
        </p:nvSpPr>
        <p:spPr>
          <a:xfrm>
            <a:off x="46800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Rectangle 176"/>
          <p:cNvSpPr/>
          <p:nvPr/>
        </p:nvSpPr>
        <p:spPr>
          <a:xfrm>
            <a:off x="6771960" y="1300320"/>
            <a:ext cx="861120" cy="18216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178" name="Rectangle 177"/>
          <p:cNvSpPr/>
          <p:nvPr/>
        </p:nvSpPr>
        <p:spPr>
          <a:xfrm>
            <a:off x="5813280" y="3854880"/>
            <a:ext cx="861120" cy="18216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179" name="Oval 178"/>
          <p:cNvSpPr/>
          <p:nvPr/>
        </p:nvSpPr>
        <p:spPr>
          <a:xfrm>
            <a:off x="7589520" y="2560320"/>
            <a:ext cx="2193840" cy="21938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180" name="Oval 179"/>
          <p:cNvSpPr/>
          <p:nvPr/>
        </p:nvSpPr>
        <p:spPr>
          <a:xfrm>
            <a:off x="3200400" y="731520"/>
            <a:ext cx="1684080" cy="16452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181" name="Oval 180"/>
          <p:cNvSpPr/>
          <p:nvPr/>
        </p:nvSpPr>
        <p:spPr>
          <a:xfrm>
            <a:off x="1424160" y="3489120"/>
            <a:ext cx="1684080" cy="16452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182" name="Freeform: Shape 181"/>
          <p:cNvSpPr/>
          <p:nvPr/>
        </p:nvSpPr>
        <p:spPr>
          <a:xfrm>
            <a:off x="700920" y="1900080"/>
            <a:ext cx="1401480" cy="1848240"/>
          </a:xfrm>
          <a:custGeom>
            <a:avLst/>
            <a:gdLst>
              <a:gd name="textAreaLeft" fmla="*/ 0 w 1401480"/>
              <a:gd name="textAreaRight" fmla="*/ 1402200 w 1401480"/>
              <a:gd name="textAreaTop" fmla="*/ 0 h 1848240"/>
              <a:gd name="textAreaBottom" fmla="*/ 1848960 h 1848240"/>
            </a:gdLst>
            <a:ahLst/>
            <a:cxnLst/>
            <a:rect l="textAreaLeft" t="textAreaTop" r="textAreaRight" b="textAreaBottom"/>
            <a:pathLst>
              <a:path w="3895" h="5136" fill="none">
                <a:moveTo>
                  <a:pt x="339" y="0"/>
                </a:moveTo>
                <a:cubicBezTo>
                  <a:pt x="-931" y="2540"/>
                  <a:pt x="1609" y="5588"/>
                  <a:pt x="3895" y="5080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  <a:headEnd type="triangl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360" tIns="63360" rIns="108360" bIns="6336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183" name="Freeform: Shape 182"/>
          <p:cNvSpPr/>
          <p:nvPr/>
        </p:nvSpPr>
        <p:spPr>
          <a:xfrm>
            <a:off x="3931920" y="2011680"/>
            <a:ext cx="975240" cy="1370880"/>
          </a:xfrm>
          <a:custGeom>
            <a:avLst/>
            <a:gdLst>
              <a:gd name="textAreaLeft" fmla="*/ 0 w 975240"/>
              <a:gd name="textAreaRight" fmla="*/ 975960 w 975240"/>
              <a:gd name="textAreaTop" fmla="*/ 0 h 1370880"/>
              <a:gd name="textAreaBottom" fmla="*/ 1371600 h 1370880"/>
            </a:gdLst>
            <a:ahLst/>
            <a:cxnLst/>
            <a:rect l="textAreaLeft" t="textAreaTop" r="textAreaRight" b="textAreaBottom"/>
            <a:pathLst>
              <a:path w="2711" h="3810" fill="none">
                <a:moveTo>
                  <a:pt x="0" y="3810"/>
                </a:moveTo>
                <a:cubicBezTo>
                  <a:pt x="762" y="3048"/>
                  <a:pt x="1271" y="3556"/>
                  <a:pt x="1270" y="2795"/>
                </a:cubicBezTo>
                <a:cubicBezTo>
                  <a:pt x="1270" y="2032"/>
                  <a:pt x="3301" y="2286"/>
                  <a:pt x="2540" y="3048"/>
                </a:cubicBezTo>
                <a:cubicBezTo>
                  <a:pt x="1778" y="3810"/>
                  <a:pt x="1524" y="508"/>
                  <a:pt x="2540" y="0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  <a:headEnd type="triangl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360" tIns="63360" rIns="108360" bIns="6336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184" name="Freeform: Shape 183"/>
          <p:cNvSpPr/>
          <p:nvPr/>
        </p:nvSpPr>
        <p:spPr>
          <a:xfrm>
            <a:off x="7724880" y="2103120"/>
            <a:ext cx="778320" cy="1462320"/>
          </a:xfrm>
          <a:custGeom>
            <a:avLst/>
            <a:gdLst>
              <a:gd name="textAreaLeft" fmla="*/ 0 w 778320"/>
              <a:gd name="textAreaRight" fmla="*/ 779040 w 778320"/>
              <a:gd name="textAreaTop" fmla="*/ 0 h 1462320"/>
              <a:gd name="textAreaBottom" fmla="*/ 1463040 h 1462320"/>
            </a:gdLst>
            <a:ahLst/>
            <a:cxnLst/>
            <a:rect l="textAreaLeft" t="textAreaTop" r="textAreaRight" b="textAreaBottom"/>
            <a:pathLst>
              <a:path w="2164" h="4064" fill="none">
                <a:moveTo>
                  <a:pt x="132" y="4064"/>
                </a:moveTo>
                <a:cubicBezTo>
                  <a:pt x="-630" y="3301"/>
                  <a:pt x="2164" y="3555"/>
                  <a:pt x="2164" y="2794"/>
                </a:cubicBezTo>
                <a:cubicBezTo>
                  <a:pt x="2164" y="2032"/>
                  <a:pt x="-630" y="1778"/>
                  <a:pt x="132" y="2540"/>
                </a:cubicBezTo>
                <a:cubicBezTo>
                  <a:pt x="894" y="3302"/>
                  <a:pt x="1910" y="508"/>
                  <a:pt x="894" y="0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  <a:headEnd type="triangl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360" tIns="63360" rIns="108360" bIns="6336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185" name="Rectangle 184"/>
          <p:cNvSpPr/>
          <p:nvPr/>
        </p:nvSpPr>
        <p:spPr>
          <a:xfrm>
            <a:off x="1424160" y="4754880"/>
            <a:ext cx="861120" cy="18216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186" name="Rectangle 185"/>
          <p:cNvSpPr/>
          <p:nvPr/>
        </p:nvSpPr>
        <p:spPr>
          <a:xfrm>
            <a:off x="2887200" y="1300320"/>
            <a:ext cx="861120" cy="18216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187" name="PlaceHolder 1"/>
          <p:cNvSpPr>
            <a:spLocks noGrp="1"/>
          </p:cNvSpPr>
          <p:nvPr>
            <p:ph type="ftr" idx="28"/>
          </p:nvPr>
        </p:nvSpPr>
        <p:spPr>
          <a:xfrm>
            <a:off x="3442680" y="516600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strike="noStrike" spc="-1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strike="noStrike" spc="-1">
                <a:solidFill>
                  <a:srgbClr val="000000"/>
                </a:solidFill>
                <a:latin typeface="Noto Sans"/>
              </a:rPr>
              <a:t>&lt;footer&gt;</a:t>
            </a:r>
            <a:endParaRPr lang="en-IN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 type="sldNum" idx="29"/>
          </p:nvPr>
        </p:nvSpPr>
        <p:spPr>
          <a:xfrm>
            <a:off x="722736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IN" sz="1400" b="0" strike="noStrike" spc="-1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F81586D-1BD7-4768-9F80-13480AAFB4F0}" type="slidenum">
              <a:rPr lang="en-IN" sz="1400" b="0" strike="noStrike" spc="-1">
                <a:solidFill>
                  <a:srgbClr val="000000"/>
                </a:solidFill>
                <a:latin typeface="Noto Sans"/>
              </a:rPr>
              <a:t>‹#›</a:t>
            </a:fld>
            <a:endParaRPr lang="en-IN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dt" idx="30"/>
          </p:nvPr>
        </p:nvSpPr>
        <p:spPr>
          <a:xfrm>
            <a:off x="46800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Group 189"/>
          <p:cNvGrpSpPr/>
          <p:nvPr/>
        </p:nvGrpSpPr>
        <p:grpSpPr>
          <a:xfrm>
            <a:off x="2982960" y="1585440"/>
            <a:ext cx="5981760" cy="3149280"/>
            <a:chOff x="2982960" y="1585440"/>
            <a:chExt cx="5981760" cy="3149280"/>
          </a:xfrm>
        </p:grpSpPr>
        <p:sp>
          <p:nvSpPr>
            <p:cNvPr id="191" name="Rectangle 190"/>
            <p:cNvSpPr/>
            <p:nvPr/>
          </p:nvSpPr>
          <p:spPr>
            <a:xfrm>
              <a:off x="3570480" y="1888200"/>
              <a:ext cx="4926600" cy="262260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192" name="Rectangle 191"/>
            <p:cNvSpPr/>
            <p:nvPr/>
          </p:nvSpPr>
          <p:spPr>
            <a:xfrm>
              <a:off x="3763800" y="1585440"/>
              <a:ext cx="4926600" cy="2622600"/>
            </a:xfrm>
            <a:prstGeom prst="rect">
              <a:avLst/>
            </a:prstGeom>
            <a:noFill/>
            <a:ln w="1836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9000" tIns="54000" rIns="99000" bIns="54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193" name="Rectangle 192"/>
            <p:cNvSpPr/>
            <p:nvPr/>
          </p:nvSpPr>
          <p:spPr>
            <a:xfrm>
              <a:off x="3844800" y="1768320"/>
              <a:ext cx="1096560" cy="1473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en-IN" sz="8000" b="0" strike="noStrike" spc="-1">
                  <a:solidFill>
                    <a:srgbClr val="000000"/>
                  </a:solidFill>
                  <a:latin typeface="Noto Sans"/>
                  <a:ea typeface="DejaVu Sans"/>
                </a:rPr>
                <a:t>“</a:t>
              </a:r>
              <a:endParaRPr lang="en-IN" sz="8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4" name="Rectangle 193"/>
            <p:cNvSpPr/>
            <p:nvPr/>
          </p:nvSpPr>
          <p:spPr>
            <a:xfrm>
              <a:off x="7868160" y="3399840"/>
              <a:ext cx="1096560" cy="1334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en-IN" sz="7200" b="0" strike="noStrike" spc="-1">
                  <a:solidFill>
                    <a:srgbClr val="000000"/>
                  </a:solidFill>
                  <a:latin typeface="Noto Sans"/>
                  <a:ea typeface="DejaVu Sans"/>
                </a:rPr>
                <a:t>”</a:t>
              </a:r>
              <a:endParaRPr lang="en-IN" sz="7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5" name="Rectangle 194"/>
            <p:cNvSpPr/>
            <p:nvPr/>
          </p:nvSpPr>
          <p:spPr>
            <a:xfrm>
              <a:off x="2982960" y="4117320"/>
              <a:ext cx="1044000" cy="302040"/>
            </a:xfrm>
            <a:prstGeom prst="rect">
              <a:avLst/>
            </a:prstGeom>
            <a:pattFill prst="wdUpDiag">
              <a:fgClr>
                <a:srgbClr val="000000"/>
              </a:fgClr>
              <a:bgClr>
                <a:srgbClr val="FFFFFF">
                  <a:alpha val="0"/>
                </a:srgbClr>
              </a:bgClr>
            </a:patt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</p:grpSp>
      <p:grpSp>
        <p:nvGrpSpPr>
          <p:cNvPr id="196" name="Group 195"/>
          <p:cNvGrpSpPr/>
          <p:nvPr/>
        </p:nvGrpSpPr>
        <p:grpSpPr>
          <a:xfrm>
            <a:off x="-2092680" y="-402120"/>
            <a:ext cx="4944600" cy="8520840"/>
            <a:chOff x="-2092680" y="-402120"/>
            <a:chExt cx="4944600" cy="8520840"/>
          </a:xfrm>
        </p:grpSpPr>
        <p:sp>
          <p:nvSpPr>
            <p:cNvPr id="197" name="Freeform: Shape 196"/>
            <p:cNvSpPr/>
            <p:nvPr/>
          </p:nvSpPr>
          <p:spPr>
            <a:xfrm>
              <a:off x="-893160" y="448668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198" name="Freeform: Shape 197"/>
            <p:cNvSpPr/>
            <p:nvPr/>
          </p:nvSpPr>
          <p:spPr>
            <a:xfrm rot="5358000">
              <a:off x="-896040" y="5152680"/>
              <a:ext cx="1068120" cy="765720"/>
            </a:xfrm>
            <a:custGeom>
              <a:avLst/>
              <a:gdLst>
                <a:gd name="textAreaLeft" fmla="*/ 277200 w 1068120"/>
                <a:gd name="textAreaRight" fmla="*/ 792000 w 106812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343A40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199" name="Freeform: Shape 198"/>
            <p:cNvSpPr/>
            <p:nvPr/>
          </p:nvSpPr>
          <p:spPr>
            <a:xfrm>
              <a:off x="-228960" y="516168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F8F9FA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00" name="Freeform: Shape 199"/>
            <p:cNvSpPr/>
            <p:nvPr/>
          </p:nvSpPr>
          <p:spPr>
            <a:xfrm rot="5358000">
              <a:off x="-219240" y="4488840"/>
              <a:ext cx="1067760" cy="765720"/>
            </a:xfrm>
            <a:custGeom>
              <a:avLst/>
              <a:gdLst>
                <a:gd name="textAreaLeft" fmla="*/ 276840 w 1067760"/>
                <a:gd name="textAreaRight" fmla="*/ 791640 w 106776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343A40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201" name="Freeform: Shape 200"/>
            <p:cNvSpPr/>
            <p:nvPr/>
          </p:nvSpPr>
          <p:spPr>
            <a:xfrm>
              <a:off x="-228960" y="382608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3"/>
              <a:srcRect/>
              <a:tile tx="0" ty="0" sx="74113" sy="74113" algn="ctr"/>
            </a:blip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02" name="Freeform: Shape 201"/>
            <p:cNvSpPr/>
            <p:nvPr/>
          </p:nvSpPr>
          <p:spPr>
            <a:xfrm rot="5358000">
              <a:off x="-1584720" y="4493880"/>
              <a:ext cx="1068120" cy="765720"/>
            </a:xfrm>
            <a:custGeom>
              <a:avLst/>
              <a:gdLst>
                <a:gd name="textAreaLeft" fmla="*/ 277200 w 1068120"/>
                <a:gd name="textAreaRight" fmla="*/ 792000 w 106812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4"/>
              <a:srcRect/>
              <a:tile tx="0" ty="0" sx="74113" sy="74113" algn="ctr"/>
            </a:blip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03" name="Freeform: Shape 202"/>
            <p:cNvSpPr/>
            <p:nvPr/>
          </p:nvSpPr>
          <p:spPr>
            <a:xfrm rot="5358000">
              <a:off x="-2237040" y="5169960"/>
              <a:ext cx="1068120" cy="765720"/>
            </a:xfrm>
            <a:custGeom>
              <a:avLst/>
              <a:gdLst>
                <a:gd name="textAreaLeft" fmla="*/ 277200 w 1068120"/>
                <a:gd name="textAreaRight" fmla="*/ 792000 w 106812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04" name="Freeform: Shape 203"/>
            <p:cNvSpPr/>
            <p:nvPr/>
          </p:nvSpPr>
          <p:spPr>
            <a:xfrm rot="5358000">
              <a:off x="-895680" y="3820680"/>
              <a:ext cx="1068120" cy="765720"/>
            </a:xfrm>
            <a:custGeom>
              <a:avLst/>
              <a:gdLst>
                <a:gd name="textAreaLeft" fmla="*/ 277200 w 1068120"/>
                <a:gd name="textAreaRight" fmla="*/ 792000 w 106812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205" name="Freeform: Shape 204"/>
            <p:cNvSpPr/>
            <p:nvPr/>
          </p:nvSpPr>
          <p:spPr>
            <a:xfrm rot="5358000">
              <a:off x="-220680" y="3153960"/>
              <a:ext cx="1068120" cy="765720"/>
            </a:xfrm>
            <a:custGeom>
              <a:avLst/>
              <a:gdLst>
                <a:gd name="textAreaLeft" fmla="*/ 277200 w 1068120"/>
                <a:gd name="textAreaRight" fmla="*/ 792000 w 106812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06" name="Freeform: Shape 205"/>
            <p:cNvSpPr/>
            <p:nvPr/>
          </p:nvSpPr>
          <p:spPr>
            <a:xfrm>
              <a:off x="455040" y="447768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207" name="Freeform: Shape 206"/>
            <p:cNvSpPr/>
            <p:nvPr/>
          </p:nvSpPr>
          <p:spPr>
            <a:xfrm rot="5358000">
              <a:off x="471240" y="3820680"/>
              <a:ext cx="1068120" cy="765720"/>
            </a:xfrm>
            <a:custGeom>
              <a:avLst/>
              <a:gdLst>
                <a:gd name="textAreaLeft" fmla="*/ 277200 w 1068120"/>
                <a:gd name="textAreaRight" fmla="*/ 792000 w 106812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E9ECEF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08" name="Freeform: Shape 207"/>
            <p:cNvSpPr/>
            <p:nvPr/>
          </p:nvSpPr>
          <p:spPr>
            <a:xfrm>
              <a:off x="1158840" y="517068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09" name="Freeform: Shape 208"/>
            <p:cNvSpPr/>
            <p:nvPr/>
          </p:nvSpPr>
          <p:spPr>
            <a:xfrm>
              <a:off x="-1561680" y="516276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210" name="Freeform: Shape 209"/>
            <p:cNvSpPr/>
            <p:nvPr/>
          </p:nvSpPr>
          <p:spPr>
            <a:xfrm rot="5358000">
              <a:off x="462240" y="5169960"/>
              <a:ext cx="1068120" cy="765720"/>
            </a:xfrm>
            <a:custGeom>
              <a:avLst/>
              <a:gdLst>
                <a:gd name="textAreaLeft" fmla="*/ 277200 w 1068120"/>
                <a:gd name="textAreaRight" fmla="*/ 792000 w 106812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11" name="Freeform: Shape 210"/>
            <p:cNvSpPr/>
            <p:nvPr/>
          </p:nvSpPr>
          <p:spPr>
            <a:xfrm rot="16242000" flipH="1">
              <a:off x="-231840" y="1793160"/>
              <a:ext cx="1068120" cy="765720"/>
            </a:xfrm>
            <a:custGeom>
              <a:avLst/>
              <a:gdLst>
                <a:gd name="textAreaLeft" fmla="*/ 276480 w 1068120"/>
                <a:gd name="textAreaRight" fmla="*/ 791280 w 106812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212529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212" name="Freeform: Shape 211"/>
            <p:cNvSpPr/>
            <p:nvPr/>
          </p:nvSpPr>
          <p:spPr>
            <a:xfrm rot="16242000" flipH="1">
              <a:off x="419400" y="2469240"/>
              <a:ext cx="1068120" cy="765720"/>
            </a:xfrm>
            <a:custGeom>
              <a:avLst/>
              <a:gdLst>
                <a:gd name="textAreaLeft" fmla="*/ 276480 w 1068120"/>
                <a:gd name="textAreaRight" fmla="*/ 791280 w 106812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13" name="Freeform: Shape 212"/>
            <p:cNvSpPr/>
            <p:nvPr/>
          </p:nvSpPr>
          <p:spPr>
            <a:xfrm flipH="1">
              <a:off x="-247320" y="2462040"/>
              <a:ext cx="1072440" cy="765720"/>
            </a:xfrm>
            <a:custGeom>
              <a:avLst/>
              <a:gdLst>
                <a:gd name="textAreaLeft" fmla="*/ 278640 w 1072440"/>
                <a:gd name="textAreaRight" fmla="*/ 795240 w 107244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214" name="Freeform: Shape 213"/>
            <p:cNvSpPr/>
            <p:nvPr/>
          </p:nvSpPr>
          <p:spPr>
            <a:xfrm>
              <a:off x="1107720" y="113508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15" name="Freeform: Shape 214"/>
            <p:cNvSpPr/>
            <p:nvPr/>
          </p:nvSpPr>
          <p:spPr>
            <a:xfrm rot="5358000">
              <a:off x="1103760" y="1801080"/>
              <a:ext cx="1068120" cy="765720"/>
            </a:xfrm>
            <a:custGeom>
              <a:avLst/>
              <a:gdLst>
                <a:gd name="textAreaLeft" fmla="*/ 277200 w 1068120"/>
                <a:gd name="textAreaRight" fmla="*/ 792000 w 106812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343A40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216" name="Freeform: Shape 215"/>
            <p:cNvSpPr/>
            <p:nvPr/>
          </p:nvSpPr>
          <p:spPr>
            <a:xfrm rot="5358000">
              <a:off x="415080" y="1142280"/>
              <a:ext cx="1068120" cy="765720"/>
            </a:xfrm>
            <a:custGeom>
              <a:avLst/>
              <a:gdLst>
                <a:gd name="textAreaLeft" fmla="*/ 277200 w 1068120"/>
                <a:gd name="textAreaRight" fmla="*/ 792000 w 106812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4"/>
              <a:srcRect/>
              <a:tile tx="0" ty="0" sx="74113" sy="74113" algn="ctr"/>
            </a:blip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17" name="Freeform: Shape 216"/>
            <p:cNvSpPr/>
            <p:nvPr/>
          </p:nvSpPr>
          <p:spPr>
            <a:xfrm>
              <a:off x="439200" y="181116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218" name="Freeform: Shape 217"/>
            <p:cNvSpPr/>
            <p:nvPr/>
          </p:nvSpPr>
          <p:spPr>
            <a:xfrm>
              <a:off x="423720" y="45108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19" name="Freeform: Shape 218"/>
            <p:cNvSpPr/>
            <p:nvPr/>
          </p:nvSpPr>
          <p:spPr>
            <a:xfrm rot="5358000">
              <a:off x="-245160" y="438120"/>
              <a:ext cx="1068120" cy="765720"/>
            </a:xfrm>
            <a:custGeom>
              <a:avLst/>
              <a:gdLst>
                <a:gd name="textAreaLeft" fmla="*/ 277200 w 1068120"/>
                <a:gd name="textAreaRight" fmla="*/ 792000 w 106812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20" name="Freeform: Shape 219"/>
            <p:cNvSpPr/>
            <p:nvPr/>
          </p:nvSpPr>
          <p:spPr>
            <a:xfrm rot="5358000">
              <a:off x="435600" y="-246240"/>
              <a:ext cx="1068120" cy="765720"/>
            </a:xfrm>
            <a:custGeom>
              <a:avLst/>
              <a:gdLst>
                <a:gd name="textAreaLeft" fmla="*/ 277200 w 1068120"/>
                <a:gd name="textAreaRight" fmla="*/ 792000 w 106812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221" name="Freeform: Shape 220"/>
            <p:cNvSpPr/>
            <p:nvPr/>
          </p:nvSpPr>
          <p:spPr>
            <a:xfrm>
              <a:off x="1779480" y="179460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22" name="Freeform: Shape 221"/>
            <p:cNvSpPr/>
            <p:nvPr/>
          </p:nvSpPr>
          <p:spPr>
            <a:xfrm>
              <a:off x="1106280" y="-25704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3"/>
              <a:srcRect/>
              <a:tile tx="0" ty="0" sx="74113" sy="74113" algn="ctr"/>
            </a:blip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23" name="Freeform: Shape 222"/>
            <p:cNvSpPr/>
            <p:nvPr/>
          </p:nvSpPr>
          <p:spPr>
            <a:xfrm>
              <a:off x="-908280" y="179064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3"/>
              <a:srcRect/>
              <a:tile tx="0" ty="0" sx="74113" sy="74113" algn="ctr"/>
            </a:blip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24" name="Freeform: Shape 223"/>
            <p:cNvSpPr/>
            <p:nvPr/>
          </p:nvSpPr>
          <p:spPr>
            <a:xfrm rot="5358000">
              <a:off x="-244440" y="5824440"/>
              <a:ext cx="1068120" cy="765720"/>
            </a:xfrm>
            <a:custGeom>
              <a:avLst/>
              <a:gdLst>
                <a:gd name="textAreaLeft" fmla="*/ 277200 w 1068120"/>
                <a:gd name="textAreaRight" fmla="*/ 792000 w 106812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225" name="Freeform: Shape 224"/>
            <p:cNvSpPr/>
            <p:nvPr/>
          </p:nvSpPr>
          <p:spPr>
            <a:xfrm>
              <a:off x="427320" y="585396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3"/>
              <a:srcRect/>
              <a:tile tx="0" ty="0" sx="74113" sy="74113" algn="ctr"/>
            </a:blip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26" name="Freeform: Shape 225"/>
            <p:cNvSpPr/>
            <p:nvPr/>
          </p:nvSpPr>
          <p:spPr>
            <a:xfrm>
              <a:off x="-236880" y="649404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27" name="Freeform: Shape 226"/>
            <p:cNvSpPr/>
            <p:nvPr/>
          </p:nvSpPr>
          <p:spPr>
            <a:xfrm rot="5358000">
              <a:off x="-928440" y="6501240"/>
              <a:ext cx="1068120" cy="765720"/>
            </a:xfrm>
            <a:custGeom>
              <a:avLst/>
              <a:gdLst>
                <a:gd name="textAreaLeft" fmla="*/ 277200 w 1068120"/>
                <a:gd name="textAreaRight" fmla="*/ 792000 w 106812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E9ECEF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28" name="Freeform: Shape 227"/>
            <p:cNvSpPr/>
            <p:nvPr/>
          </p:nvSpPr>
          <p:spPr>
            <a:xfrm rot="5358000">
              <a:off x="-245880" y="7197120"/>
              <a:ext cx="1067760" cy="765720"/>
            </a:xfrm>
            <a:custGeom>
              <a:avLst/>
              <a:gdLst>
                <a:gd name="textAreaLeft" fmla="*/ 276840 w 1067760"/>
                <a:gd name="textAreaRight" fmla="*/ 791640 w 106776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343A40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229" name="Freeform: Shape 228"/>
            <p:cNvSpPr/>
            <p:nvPr/>
          </p:nvSpPr>
          <p:spPr>
            <a:xfrm rot="5358000">
              <a:off x="427320" y="6517800"/>
              <a:ext cx="1068120" cy="765720"/>
            </a:xfrm>
            <a:custGeom>
              <a:avLst/>
              <a:gdLst>
                <a:gd name="textAreaLeft" fmla="*/ 277200 w 1068120"/>
                <a:gd name="textAreaRight" fmla="*/ 792000 w 106812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30" name="Freeform: Shape 229"/>
            <p:cNvSpPr/>
            <p:nvPr/>
          </p:nvSpPr>
          <p:spPr>
            <a:xfrm>
              <a:off x="1103400" y="653004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</p:grpSp>
      <p:sp>
        <p:nvSpPr>
          <p:cNvPr id="231" name="Freeform: Shape 230"/>
          <p:cNvSpPr/>
          <p:nvPr/>
        </p:nvSpPr>
        <p:spPr>
          <a:xfrm>
            <a:off x="8538120" y="3877200"/>
            <a:ext cx="975240" cy="1370880"/>
          </a:xfrm>
          <a:custGeom>
            <a:avLst/>
            <a:gdLst>
              <a:gd name="textAreaLeft" fmla="*/ 0 w 975240"/>
              <a:gd name="textAreaRight" fmla="*/ 975960 w 975240"/>
              <a:gd name="textAreaTop" fmla="*/ 0 h 1370880"/>
              <a:gd name="textAreaBottom" fmla="*/ 1371600 h 1370880"/>
            </a:gdLst>
            <a:ahLst/>
            <a:cxnLst/>
            <a:rect l="textAreaLeft" t="textAreaTop" r="textAreaRight" b="textAreaBottom"/>
            <a:pathLst>
              <a:path w="2711" h="3810" fill="none">
                <a:moveTo>
                  <a:pt x="0" y="3810"/>
                </a:moveTo>
                <a:cubicBezTo>
                  <a:pt x="762" y="3048"/>
                  <a:pt x="1271" y="3556"/>
                  <a:pt x="1270" y="2795"/>
                </a:cubicBezTo>
                <a:cubicBezTo>
                  <a:pt x="1270" y="2032"/>
                  <a:pt x="3301" y="2286"/>
                  <a:pt x="2540" y="3048"/>
                </a:cubicBezTo>
                <a:cubicBezTo>
                  <a:pt x="1778" y="3810"/>
                  <a:pt x="1524" y="508"/>
                  <a:pt x="2540" y="0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  <a:headEnd type="oval" w="lg" len="sm"/>
            <a:tailEnd type="oval" w="lg" len="sm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360" tIns="63360" rIns="108360" bIns="6336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232" name="Oval 231"/>
          <p:cNvSpPr/>
          <p:nvPr/>
        </p:nvSpPr>
        <p:spPr>
          <a:xfrm>
            <a:off x="7372080" y="4974480"/>
            <a:ext cx="1684080" cy="16452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233" name="Oval 232"/>
          <p:cNvSpPr/>
          <p:nvPr/>
        </p:nvSpPr>
        <p:spPr>
          <a:xfrm>
            <a:off x="7868160" y="-329040"/>
            <a:ext cx="2010960" cy="20109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128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36" name="PlaceHolder 3"/>
          <p:cNvSpPr>
            <a:spLocks noGrp="1"/>
          </p:cNvSpPr>
          <p:nvPr>
            <p:ph type="ftr" idx="31"/>
          </p:nvPr>
        </p:nvSpPr>
        <p:spPr>
          <a:xfrm>
            <a:off x="3442680" y="516600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strike="noStrike" spc="-1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strike="noStrike" spc="-1">
                <a:solidFill>
                  <a:srgbClr val="000000"/>
                </a:solidFill>
                <a:latin typeface="Noto Sans"/>
              </a:rPr>
              <a:t>&lt;footer&gt;</a:t>
            </a:r>
            <a:endParaRPr lang="en-IN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7" name="PlaceHolder 4"/>
          <p:cNvSpPr>
            <a:spLocks noGrp="1"/>
          </p:cNvSpPr>
          <p:nvPr>
            <p:ph type="sldNum" idx="32"/>
          </p:nvPr>
        </p:nvSpPr>
        <p:spPr>
          <a:xfrm>
            <a:off x="722736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IN" sz="1400" b="0" strike="noStrike" spc="-1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070CC6B-5524-4D4F-8E90-2DA1BBFE566B}" type="slidenum">
              <a:rPr lang="en-IN" sz="1400" b="0" strike="noStrike" spc="-1">
                <a:solidFill>
                  <a:srgbClr val="000000"/>
                </a:solidFill>
                <a:latin typeface="Noto Sans"/>
              </a:rPr>
              <a:t>‹#›</a:t>
            </a:fld>
            <a:endParaRPr lang="en-IN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8" name="PlaceHolder 5"/>
          <p:cNvSpPr>
            <a:spLocks noGrp="1"/>
          </p:cNvSpPr>
          <p:nvPr>
            <p:ph type="dt" idx="33"/>
          </p:nvPr>
        </p:nvSpPr>
        <p:spPr>
          <a:xfrm>
            <a:off x="46800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1" name="Group 240"/>
          <p:cNvGrpSpPr/>
          <p:nvPr/>
        </p:nvGrpSpPr>
        <p:grpSpPr>
          <a:xfrm>
            <a:off x="2982960" y="1585440"/>
            <a:ext cx="5981760" cy="3149280"/>
            <a:chOff x="2982960" y="1585440"/>
            <a:chExt cx="5981760" cy="3149280"/>
          </a:xfrm>
        </p:grpSpPr>
        <p:sp>
          <p:nvSpPr>
            <p:cNvPr id="242" name="Rectangle 241"/>
            <p:cNvSpPr/>
            <p:nvPr/>
          </p:nvSpPr>
          <p:spPr>
            <a:xfrm>
              <a:off x="3570480" y="1888200"/>
              <a:ext cx="4926600" cy="262260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43" name="Rectangle 242"/>
            <p:cNvSpPr/>
            <p:nvPr/>
          </p:nvSpPr>
          <p:spPr>
            <a:xfrm>
              <a:off x="3763800" y="1585440"/>
              <a:ext cx="4926600" cy="2622600"/>
            </a:xfrm>
            <a:prstGeom prst="rect">
              <a:avLst/>
            </a:prstGeom>
            <a:noFill/>
            <a:ln w="1836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9000" tIns="54000" rIns="99000" bIns="54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44" name="Rectangle 243"/>
            <p:cNvSpPr/>
            <p:nvPr/>
          </p:nvSpPr>
          <p:spPr>
            <a:xfrm>
              <a:off x="3844800" y="1768320"/>
              <a:ext cx="1096560" cy="1473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en-IN" sz="8000" b="0" strike="noStrike" spc="-1">
                  <a:solidFill>
                    <a:srgbClr val="000000"/>
                  </a:solidFill>
                  <a:latin typeface="Noto Sans"/>
                  <a:ea typeface="DejaVu Sans"/>
                </a:rPr>
                <a:t>“</a:t>
              </a:r>
              <a:endParaRPr lang="en-IN" sz="8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5" name="Rectangle 244"/>
            <p:cNvSpPr/>
            <p:nvPr/>
          </p:nvSpPr>
          <p:spPr>
            <a:xfrm>
              <a:off x="7868160" y="3399840"/>
              <a:ext cx="1096560" cy="1334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en-IN" sz="7200" b="0" strike="noStrike" spc="-1">
                  <a:solidFill>
                    <a:srgbClr val="000000"/>
                  </a:solidFill>
                  <a:latin typeface="Noto Sans"/>
                  <a:ea typeface="DejaVu Sans"/>
                </a:rPr>
                <a:t>”</a:t>
              </a:r>
              <a:endParaRPr lang="en-IN" sz="7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6" name="Rectangle 245"/>
            <p:cNvSpPr/>
            <p:nvPr/>
          </p:nvSpPr>
          <p:spPr>
            <a:xfrm>
              <a:off x="2982960" y="4117320"/>
              <a:ext cx="1044000" cy="302040"/>
            </a:xfrm>
            <a:prstGeom prst="rect">
              <a:avLst/>
            </a:prstGeom>
            <a:pattFill prst="wdUpDiag">
              <a:fgClr>
                <a:srgbClr val="000000"/>
              </a:fgClr>
              <a:bgClr>
                <a:srgbClr val="FFFFFF">
                  <a:alpha val="0"/>
                </a:srgbClr>
              </a:bgClr>
            </a:patt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</p:grpSp>
      <p:grpSp>
        <p:nvGrpSpPr>
          <p:cNvPr id="247" name="Group 246"/>
          <p:cNvGrpSpPr/>
          <p:nvPr/>
        </p:nvGrpSpPr>
        <p:grpSpPr>
          <a:xfrm>
            <a:off x="-2092680" y="-402120"/>
            <a:ext cx="4944600" cy="8520840"/>
            <a:chOff x="-2092680" y="-402120"/>
            <a:chExt cx="4944600" cy="8520840"/>
          </a:xfrm>
        </p:grpSpPr>
        <p:sp>
          <p:nvSpPr>
            <p:cNvPr id="248" name="Freeform: Shape 247"/>
            <p:cNvSpPr/>
            <p:nvPr/>
          </p:nvSpPr>
          <p:spPr>
            <a:xfrm>
              <a:off x="-893160" y="448668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49" name="Freeform: Shape 248"/>
            <p:cNvSpPr/>
            <p:nvPr/>
          </p:nvSpPr>
          <p:spPr>
            <a:xfrm rot="5358000">
              <a:off x="-896040" y="5152680"/>
              <a:ext cx="1068120" cy="765720"/>
            </a:xfrm>
            <a:custGeom>
              <a:avLst/>
              <a:gdLst>
                <a:gd name="textAreaLeft" fmla="*/ 277200 w 1068120"/>
                <a:gd name="textAreaRight" fmla="*/ 792000 w 106812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343A40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250" name="Freeform: Shape 249"/>
            <p:cNvSpPr/>
            <p:nvPr/>
          </p:nvSpPr>
          <p:spPr>
            <a:xfrm>
              <a:off x="-228960" y="516168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F8F9FA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51" name="Freeform: Shape 250"/>
            <p:cNvSpPr/>
            <p:nvPr/>
          </p:nvSpPr>
          <p:spPr>
            <a:xfrm rot="5358000">
              <a:off x="-219240" y="4488840"/>
              <a:ext cx="1067760" cy="765720"/>
            </a:xfrm>
            <a:custGeom>
              <a:avLst/>
              <a:gdLst>
                <a:gd name="textAreaLeft" fmla="*/ 276840 w 1067760"/>
                <a:gd name="textAreaRight" fmla="*/ 791640 w 106776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343A40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252" name="Freeform: Shape 251"/>
            <p:cNvSpPr/>
            <p:nvPr/>
          </p:nvSpPr>
          <p:spPr>
            <a:xfrm>
              <a:off x="-228960" y="382608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3"/>
              <a:srcRect/>
              <a:tile tx="0" ty="0" sx="74113" sy="74113" algn="ctr"/>
            </a:blip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53" name="Freeform: Shape 252"/>
            <p:cNvSpPr/>
            <p:nvPr/>
          </p:nvSpPr>
          <p:spPr>
            <a:xfrm rot="5358000">
              <a:off x="-1584720" y="4493880"/>
              <a:ext cx="1068120" cy="765720"/>
            </a:xfrm>
            <a:custGeom>
              <a:avLst/>
              <a:gdLst>
                <a:gd name="textAreaLeft" fmla="*/ 277200 w 1068120"/>
                <a:gd name="textAreaRight" fmla="*/ 792000 w 106812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4"/>
              <a:srcRect/>
              <a:tile tx="0" ty="0" sx="74113" sy="74113" algn="ctr"/>
            </a:blip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54" name="Freeform: Shape 253"/>
            <p:cNvSpPr/>
            <p:nvPr/>
          </p:nvSpPr>
          <p:spPr>
            <a:xfrm rot="5358000">
              <a:off x="-2237040" y="5169960"/>
              <a:ext cx="1068120" cy="765720"/>
            </a:xfrm>
            <a:custGeom>
              <a:avLst/>
              <a:gdLst>
                <a:gd name="textAreaLeft" fmla="*/ 277200 w 1068120"/>
                <a:gd name="textAreaRight" fmla="*/ 792000 w 106812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55" name="Freeform: Shape 254"/>
            <p:cNvSpPr/>
            <p:nvPr/>
          </p:nvSpPr>
          <p:spPr>
            <a:xfrm rot="5358000">
              <a:off x="-895680" y="3820680"/>
              <a:ext cx="1068120" cy="765720"/>
            </a:xfrm>
            <a:custGeom>
              <a:avLst/>
              <a:gdLst>
                <a:gd name="textAreaLeft" fmla="*/ 277200 w 1068120"/>
                <a:gd name="textAreaRight" fmla="*/ 792000 w 106812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256" name="Freeform: Shape 255"/>
            <p:cNvSpPr/>
            <p:nvPr/>
          </p:nvSpPr>
          <p:spPr>
            <a:xfrm rot="5358000">
              <a:off x="-220680" y="3153960"/>
              <a:ext cx="1068120" cy="765720"/>
            </a:xfrm>
            <a:custGeom>
              <a:avLst/>
              <a:gdLst>
                <a:gd name="textAreaLeft" fmla="*/ 277200 w 1068120"/>
                <a:gd name="textAreaRight" fmla="*/ 792000 w 106812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57" name="Freeform: Shape 256"/>
            <p:cNvSpPr/>
            <p:nvPr/>
          </p:nvSpPr>
          <p:spPr>
            <a:xfrm>
              <a:off x="455040" y="447768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258" name="Freeform: Shape 257"/>
            <p:cNvSpPr/>
            <p:nvPr/>
          </p:nvSpPr>
          <p:spPr>
            <a:xfrm rot="5358000">
              <a:off x="471240" y="3820680"/>
              <a:ext cx="1068120" cy="765720"/>
            </a:xfrm>
            <a:custGeom>
              <a:avLst/>
              <a:gdLst>
                <a:gd name="textAreaLeft" fmla="*/ 277200 w 1068120"/>
                <a:gd name="textAreaRight" fmla="*/ 792000 w 106812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E9ECEF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59" name="Freeform: Shape 258"/>
            <p:cNvSpPr/>
            <p:nvPr/>
          </p:nvSpPr>
          <p:spPr>
            <a:xfrm>
              <a:off x="1158840" y="517068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60" name="Freeform: Shape 259"/>
            <p:cNvSpPr/>
            <p:nvPr/>
          </p:nvSpPr>
          <p:spPr>
            <a:xfrm>
              <a:off x="-1561680" y="516276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261" name="Freeform: Shape 260"/>
            <p:cNvSpPr/>
            <p:nvPr/>
          </p:nvSpPr>
          <p:spPr>
            <a:xfrm rot="5358000">
              <a:off x="462240" y="5169960"/>
              <a:ext cx="1068120" cy="765720"/>
            </a:xfrm>
            <a:custGeom>
              <a:avLst/>
              <a:gdLst>
                <a:gd name="textAreaLeft" fmla="*/ 277200 w 1068120"/>
                <a:gd name="textAreaRight" fmla="*/ 792000 w 106812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62" name="Freeform: Shape 261"/>
            <p:cNvSpPr/>
            <p:nvPr/>
          </p:nvSpPr>
          <p:spPr>
            <a:xfrm rot="16242000" flipH="1">
              <a:off x="-231840" y="1793160"/>
              <a:ext cx="1068120" cy="765720"/>
            </a:xfrm>
            <a:custGeom>
              <a:avLst/>
              <a:gdLst>
                <a:gd name="textAreaLeft" fmla="*/ 276480 w 1068120"/>
                <a:gd name="textAreaRight" fmla="*/ 791280 w 106812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212529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263" name="Freeform: Shape 262"/>
            <p:cNvSpPr/>
            <p:nvPr/>
          </p:nvSpPr>
          <p:spPr>
            <a:xfrm rot="16242000" flipH="1">
              <a:off x="419400" y="2469240"/>
              <a:ext cx="1068120" cy="765720"/>
            </a:xfrm>
            <a:custGeom>
              <a:avLst/>
              <a:gdLst>
                <a:gd name="textAreaLeft" fmla="*/ 276480 w 1068120"/>
                <a:gd name="textAreaRight" fmla="*/ 791280 w 106812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64" name="Freeform: Shape 263"/>
            <p:cNvSpPr/>
            <p:nvPr/>
          </p:nvSpPr>
          <p:spPr>
            <a:xfrm flipH="1">
              <a:off x="-247320" y="2462040"/>
              <a:ext cx="1072440" cy="765720"/>
            </a:xfrm>
            <a:custGeom>
              <a:avLst/>
              <a:gdLst>
                <a:gd name="textAreaLeft" fmla="*/ 278640 w 1072440"/>
                <a:gd name="textAreaRight" fmla="*/ 795240 w 107244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265" name="Freeform: Shape 264"/>
            <p:cNvSpPr/>
            <p:nvPr/>
          </p:nvSpPr>
          <p:spPr>
            <a:xfrm>
              <a:off x="1107720" y="113508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66" name="Freeform: Shape 265"/>
            <p:cNvSpPr/>
            <p:nvPr/>
          </p:nvSpPr>
          <p:spPr>
            <a:xfrm rot="5358000">
              <a:off x="1103760" y="1801080"/>
              <a:ext cx="1068120" cy="765720"/>
            </a:xfrm>
            <a:custGeom>
              <a:avLst/>
              <a:gdLst>
                <a:gd name="textAreaLeft" fmla="*/ 277200 w 1068120"/>
                <a:gd name="textAreaRight" fmla="*/ 792000 w 106812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343A40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267" name="Freeform: Shape 266"/>
            <p:cNvSpPr/>
            <p:nvPr/>
          </p:nvSpPr>
          <p:spPr>
            <a:xfrm rot="5358000">
              <a:off x="415080" y="1142280"/>
              <a:ext cx="1068120" cy="765720"/>
            </a:xfrm>
            <a:custGeom>
              <a:avLst/>
              <a:gdLst>
                <a:gd name="textAreaLeft" fmla="*/ 277200 w 1068120"/>
                <a:gd name="textAreaRight" fmla="*/ 792000 w 106812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4"/>
              <a:srcRect/>
              <a:tile tx="0" ty="0" sx="74113" sy="74113" algn="ctr"/>
            </a:blip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68" name="Freeform: Shape 267"/>
            <p:cNvSpPr/>
            <p:nvPr/>
          </p:nvSpPr>
          <p:spPr>
            <a:xfrm>
              <a:off x="439200" y="181116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269" name="Freeform: Shape 268"/>
            <p:cNvSpPr/>
            <p:nvPr/>
          </p:nvSpPr>
          <p:spPr>
            <a:xfrm>
              <a:off x="423720" y="45108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70" name="Freeform: Shape 269"/>
            <p:cNvSpPr/>
            <p:nvPr/>
          </p:nvSpPr>
          <p:spPr>
            <a:xfrm rot="5358000">
              <a:off x="-245160" y="438120"/>
              <a:ext cx="1068120" cy="765720"/>
            </a:xfrm>
            <a:custGeom>
              <a:avLst/>
              <a:gdLst>
                <a:gd name="textAreaLeft" fmla="*/ 277200 w 1068120"/>
                <a:gd name="textAreaRight" fmla="*/ 792000 w 106812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71" name="Freeform: Shape 270"/>
            <p:cNvSpPr/>
            <p:nvPr/>
          </p:nvSpPr>
          <p:spPr>
            <a:xfrm rot="5358000">
              <a:off x="435600" y="-246240"/>
              <a:ext cx="1068120" cy="765720"/>
            </a:xfrm>
            <a:custGeom>
              <a:avLst/>
              <a:gdLst>
                <a:gd name="textAreaLeft" fmla="*/ 277200 w 1068120"/>
                <a:gd name="textAreaRight" fmla="*/ 792000 w 106812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272" name="Freeform: Shape 271"/>
            <p:cNvSpPr/>
            <p:nvPr/>
          </p:nvSpPr>
          <p:spPr>
            <a:xfrm>
              <a:off x="1779480" y="179460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73" name="Freeform: Shape 272"/>
            <p:cNvSpPr/>
            <p:nvPr/>
          </p:nvSpPr>
          <p:spPr>
            <a:xfrm>
              <a:off x="1106280" y="-25704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3"/>
              <a:srcRect/>
              <a:tile tx="0" ty="0" sx="74113" sy="74113" algn="ctr"/>
            </a:blip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74" name="Freeform: Shape 273"/>
            <p:cNvSpPr/>
            <p:nvPr/>
          </p:nvSpPr>
          <p:spPr>
            <a:xfrm>
              <a:off x="-908280" y="179064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3"/>
              <a:srcRect/>
              <a:tile tx="0" ty="0" sx="74113" sy="74113" algn="ctr"/>
            </a:blip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75" name="Freeform: Shape 274"/>
            <p:cNvSpPr/>
            <p:nvPr/>
          </p:nvSpPr>
          <p:spPr>
            <a:xfrm rot="5358000">
              <a:off x="-244440" y="5824440"/>
              <a:ext cx="1068120" cy="765720"/>
            </a:xfrm>
            <a:custGeom>
              <a:avLst/>
              <a:gdLst>
                <a:gd name="textAreaLeft" fmla="*/ 277200 w 1068120"/>
                <a:gd name="textAreaRight" fmla="*/ 792000 w 106812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276" name="Freeform: Shape 275"/>
            <p:cNvSpPr/>
            <p:nvPr/>
          </p:nvSpPr>
          <p:spPr>
            <a:xfrm>
              <a:off x="427320" y="585396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3"/>
              <a:srcRect/>
              <a:tile tx="0" ty="0" sx="74113" sy="74113" algn="ctr"/>
            </a:blip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77" name="Freeform: Shape 276"/>
            <p:cNvSpPr/>
            <p:nvPr/>
          </p:nvSpPr>
          <p:spPr>
            <a:xfrm>
              <a:off x="-236880" y="649404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78" name="Freeform: Shape 277"/>
            <p:cNvSpPr/>
            <p:nvPr/>
          </p:nvSpPr>
          <p:spPr>
            <a:xfrm rot="5358000">
              <a:off x="-928440" y="6501240"/>
              <a:ext cx="1068120" cy="765720"/>
            </a:xfrm>
            <a:custGeom>
              <a:avLst/>
              <a:gdLst>
                <a:gd name="textAreaLeft" fmla="*/ 277200 w 1068120"/>
                <a:gd name="textAreaRight" fmla="*/ 792000 w 106812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E9ECEF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79" name="Freeform: Shape 278"/>
            <p:cNvSpPr/>
            <p:nvPr/>
          </p:nvSpPr>
          <p:spPr>
            <a:xfrm rot="5358000">
              <a:off x="-245880" y="7197120"/>
              <a:ext cx="1067760" cy="765720"/>
            </a:xfrm>
            <a:custGeom>
              <a:avLst/>
              <a:gdLst>
                <a:gd name="textAreaLeft" fmla="*/ 276840 w 1067760"/>
                <a:gd name="textAreaRight" fmla="*/ 791640 w 106776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343A40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280" name="Freeform: Shape 279"/>
            <p:cNvSpPr/>
            <p:nvPr/>
          </p:nvSpPr>
          <p:spPr>
            <a:xfrm rot="5358000">
              <a:off x="427320" y="6517800"/>
              <a:ext cx="1068120" cy="765720"/>
            </a:xfrm>
            <a:custGeom>
              <a:avLst/>
              <a:gdLst>
                <a:gd name="textAreaLeft" fmla="*/ 277200 w 1068120"/>
                <a:gd name="textAreaRight" fmla="*/ 792000 w 106812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81" name="Freeform: Shape 280"/>
            <p:cNvSpPr/>
            <p:nvPr/>
          </p:nvSpPr>
          <p:spPr>
            <a:xfrm>
              <a:off x="1103400" y="653004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</p:grpSp>
      <p:sp>
        <p:nvSpPr>
          <p:cNvPr id="282" name="Freeform: Shape 281"/>
          <p:cNvSpPr/>
          <p:nvPr/>
        </p:nvSpPr>
        <p:spPr>
          <a:xfrm>
            <a:off x="8538120" y="3877200"/>
            <a:ext cx="975240" cy="1370880"/>
          </a:xfrm>
          <a:custGeom>
            <a:avLst/>
            <a:gdLst>
              <a:gd name="textAreaLeft" fmla="*/ 0 w 975240"/>
              <a:gd name="textAreaRight" fmla="*/ 975960 w 975240"/>
              <a:gd name="textAreaTop" fmla="*/ 0 h 1370880"/>
              <a:gd name="textAreaBottom" fmla="*/ 1371600 h 1370880"/>
            </a:gdLst>
            <a:ahLst/>
            <a:cxnLst/>
            <a:rect l="textAreaLeft" t="textAreaTop" r="textAreaRight" b="textAreaBottom"/>
            <a:pathLst>
              <a:path w="2711" h="3810" fill="none">
                <a:moveTo>
                  <a:pt x="0" y="3810"/>
                </a:moveTo>
                <a:cubicBezTo>
                  <a:pt x="762" y="3048"/>
                  <a:pt x="1271" y="3556"/>
                  <a:pt x="1270" y="2795"/>
                </a:cubicBezTo>
                <a:cubicBezTo>
                  <a:pt x="1270" y="2032"/>
                  <a:pt x="3301" y="2286"/>
                  <a:pt x="2540" y="3048"/>
                </a:cubicBezTo>
                <a:cubicBezTo>
                  <a:pt x="1778" y="3810"/>
                  <a:pt x="1524" y="508"/>
                  <a:pt x="2540" y="0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  <a:headEnd type="oval" w="lg" len="sm"/>
            <a:tailEnd type="oval" w="lg" len="sm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360" tIns="63360" rIns="108360" bIns="6336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283" name="Oval 282"/>
          <p:cNvSpPr/>
          <p:nvPr/>
        </p:nvSpPr>
        <p:spPr>
          <a:xfrm>
            <a:off x="7372080" y="4974480"/>
            <a:ext cx="1684080" cy="16452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284" name="Oval 283"/>
          <p:cNvSpPr/>
          <p:nvPr/>
        </p:nvSpPr>
        <p:spPr>
          <a:xfrm>
            <a:off x="7868160" y="-329040"/>
            <a:ext cx="2010960" cy="20109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285" name="PlaceHolder 1"/>
          <p:cNvSpPr>
            <a:spLocks noGrp="1"/>
          </p:cNvSpPr>
          <p:nvPr>
            <p:ph type="ftr" idx="34"/>
          </p:nvPr>
        </p:nvSpPr>
        <p:spPr>
          <a:xfrm>
            <a:off x="3442680" y="516600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strike="noStrike" spc="-1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strike="noStrike" spc="-1">
                <a:solidFill>
                  <a:srgbClr val="000000"/>
                </a:solidFill>
                <a:latin typeface="Noto Sans"/>
              </a:rPr>
              <a:t>&lt;footer&gt;</a:t>
            </a:r>
            <a:endParaRPr lang="en-IN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 type="sldNum" idx="35"/>
          </p:nvPr>
        </p:nvSpPr>
        <p:spPr>
          <a:xfrm>
            <a:off x="722736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IN" sz="1400" b="0" strike="noStrike" spc="-1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3210414-6D94-4ABE-B1A1-BA4404783DE1}" type="slidenum">
              <a:rPr lang="en-IN" sz="1400" b="0" strike="noStrike" spc="-1">
                <a:solidFill>
                  <a:srgbClr val="000000"/>
                </a:solidFill>
                <a:latin typeface="Noto Sans"/>
              </a:rPr>
              <a:t>‹#›</a:t>
            </a:fld>
            <a:endParaRPr lang="en-IN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dt" idx="36"/>
          </p:nvPr>
        </p:nvSpPr>
        <p:spPr>
          <a:xfrm>
            <a:off x="46800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Oval 287"/>
          <p:cNvSpPr/>
          <p:nvPr/>
        </p:nvSpPr>
        <p:spPr>
          <a:xfrm>
            <a:off x="8266320" y="4115520"/>
            <a:ext cx="1919520" cy="19195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289" name="Oval 288"/>
          <p:cNvSpPr/>
          <p:nvPr/>
        </p:nvSpPr>
        <p:spPr>
          <a:xfrm>
            <a:off x="7717680" y="-548280"/>
            <a:ext cx="1919520" cy="19195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grpSp>
        <p:nvGrpSpPr>
          <p:cNvPr id="290" name="Group 289"/>
          <p:cNvGrpSpPr/>
          <p:nvPr/>
        </p:nvGrpSpPr>
        <p:grpSpPr>
          <a:xfrm>
            <a:off x="-146880" y="-295560"/>
            <a:ext cx="914400" cy="1279800"/>
            <a:chOff x="-146880" y="-295560"/>
            <a:chExt cx="914400" cy="1279800"/>
          </a:xfrm>
        </p:grpSpPr>
        <p:sp>
          <p:nvSpPr>
            <p:cNvPr id="291" name="Oval 290"/>
            <p:cNvSpPr/>
            <p:nvPr/>
          </p:nvSpPr>
          <p:spPr>
            <a:xfrm rot="5395800" flipV="1">
              <a:off x="219240" y="80100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92" name="Oval 291"/>
            <p:cNvSpPr/>
            <p:nvPr/>
          </p:nvSpPr>
          <p:spPr>
            <a:xfrm rot="5395800" flipV="1">
              <a:off x="218880" y="43524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93" name="Oval 292"/>
            <p:cNvSpPr/>
            <p:nvPr/>
          </p:nvSpPr>
          <p:spPr>
            <a:xfrm rot="5395800" flipV="1">
              <a:off x="218520" y="6984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94" name="Oval 293"/>
            <p:cNvSpPr/>
            <p:nvPr/>
          </p:nvSpPr>
          <p:spPr>
            <a:xfrm rot="5395800" flipV="1">
              <a:off x="217800" y="-29520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95" name="Oval 294"/>
            <p:cNvSpPr/>
            <p:nvPr/>
          </p:nvSpPr>
          <p:spPr>
            <a:xfrm rot="5395800" flipV="1">
              <a:off x="583920" y="-29556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96" name="Oval 295"/>
            <p:cNvSpPr/>
            <p:nvPr/>
          </p:nvSpPr>
          <p:spPr>
            <a:xfrm rot="5395800" flipV="1">
              <a:off x="584280" y="6912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97" name="Oval 296"/>
            <p:cNvSpPr/>
            <p:nvPr/>
          </p:nvSpPr>
          <p:spPr>
            <a:xfrm rot="5395800" flipV="1">
              <a:off x="584280" y="43488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98" name="Oval 297"/>
            <p:cNvSpPr/>
            <p:nvPr/>
          </p:nvSpPr>
          <p:spPr>
            <a:xfrm rot="5395800" flipV="1">
              <a:off x="585000" y="80100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99" name="Oval 298"/>
            <p:cNvSpPr/>
            <p:nvPr/>
          </p:nvSpPr>
          <p:spPr>
            <a:xfrm rot="5395800" flipV="1">
              <a:off x="-145440" y="80136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00" name="Oval 299"/>
            <p:cNvSpPr/>
            <p:nvPr/>
          </p:nvSpPr>
          <p:spPr>
            <a:xfrm rot="5395800" flipV="1">
              <a:off x="-146160" y="43596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01" name="Oval 300"/>
            <p:cNvSpPr/>
            <p:nvPr/>
          </p:nvSpPr>
          <p:spPr>
            <a:xfrm rot="5395800" flipV="1">
              <a:off x="-146160" y="6984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02" name="Oval 301"/>
            <p:cNvSpPr/>
            <p:nvPr/>
          </p:nvSpPr>
          <p:spPr>
            <a:xfrm rot="5395800" flipV="1">
              <a:off x="-146520" y="-29484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</p:grpSp>
      <p:grpSp>
        <p:nvGrpSpPr>
          <p:cNvPr id="303" name="Group 302"/>
          <p:cNvGrpSpPr/>
          <p:nvPr/>
        </p:nvGrpSpPr>
        <p:grpSpPr>
          <a:xfrm>
            <a:off x="9545040" y="4645800"/>
            <a:ext cx="915120" cy="1280520"/>
            <a:chOff x="9545040" y="4645800"/>
            <a:chExt cx="915120" cy="1280520"/>
          </a:xfrm>
        </p:grpSpPr>
        <p:sp>
          <p:nvSpPr>
            <p:cNvPr id="304" name="Oval 303"/>
            <p:cNvSpPr/>
            <p:nvPr/>
          </p:nvSpPr>
          <p:spPr>
            <a:xfrm rot="5395800" flipV="1">
              <a:off x="9911880" y="574308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05" name="Oval 304"/>
            <p:cNvSpPr/>
            <p:nvPr/>
          </p:nvSpPr>
          <p:spPr>
            <a:xfrm rot="5395800" flipV="1">
              <a:off x="9911520" y="537732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06" name="Oval 305"/>
            <p:cNvSpPr/>
            <p:nvPr/>
          </p:nvSpPr>
          <p:spPr>
            <a:xfrm rot="5395800" flipV="1">
              <a:off x="9911160" y="501192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07" name="Oval 306"/>
            <p:cNvSpPr/>
            <p:nvPr/>
          </p:nvSpPr>
          <p:spPr>
            <a:xfrm rot="5395800" flipV="1">
              <a:off x="9910440" y="464580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08" name="Oval 307"/>
            <p:cNvSpPr/>
            <p:nvPr/>
          </p:nvSpPr>
          <p:spPr>
            <a:xfrm rot="5395800" flipV="1">
              <a:off x="10276560" y="464544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09" name="Oval 308"/>
            <p:cNvSpPr/>
            <p:nvPr/>
          </p:nvSpPr>
          <p:spPr>
            <a:xfrm rot="5395800" flipV="1">
              <a:off x="10276920" y="501120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10" name="Oval 309"/>
            <p:cNvSpPr/>
            <p:nvPr/>
          </p:nvSpPr>
          <p:spPr>
            <a:xfrm rot="5395800" flipV="1">
              <a:off x="10276920" y="537696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11" name="Oval 310"/>
            <p:cNvSpPr/>
            <p:nvPr/>
          </p:nvSpPr>
          <p:spPr>
            <a:xfrm rot="5395800" flipV="1">
              <a:off x="10277640" y="574308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12" name="Oval 311"/>
            <p:cNvSpPr/>
            <p:nvPr/>
          </p:nvSpPr>
          <p:spPr>
            <a:xfrm rot="5395800" flipV="1">
              <a:off x="9546120" y="574344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13" name="Oval 312"/>
            <p:cNvSpPr/>
            <p:nvPr/>
          </p:nvSpPr>
          <p:spPr>
            <a:xfrm rot="5395800" flipV="1">
              <a:off x="9545400" y="537804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14" name="Oval 313"/>
            <p:cNvSpPr/>
            <p:nvPr/>
          </p:nvSpPr>
          <p:spPr>
            <a:xfrm rot="5395800" flipV="1">
              <a:off x="9545400" y="501192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15" name="Oval 314"/>
            <p:cNvSpPr/>
            <p:nvPr/>
          </p:nvSpPr>
          <p:spPr>
            <a:xfrm rot="5395800" flipV="1">
              <a:off x="9545040" y="464616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</p:grpSp>
      <p:sp>
        <p:nvSpPr>
          <p:cNvPr id="316" name="Oval 315"/>
          <p:cNvSpPr/>
          <p:nvPr/>
        </p:nvSpPr>
        <p:spPr>
          <a:xfrm>
            <a:off x="-146160" y="3109320"/>
            <a:ext cx="1919520" cy="19195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317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128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319" name="PlaceHolder 3"/>
          <p:cNvSpPr>
            <a:spLocks noGrp="1"/>
          </p:cNvSpPr>
          <p:nvPr>
            <p:ph type="ftr" idx="37"/>
          </p:nvPr>
        </p:nvSpPr>
        <p:spPr>
          <a:xfrm>
            <a:off x="3442680" y="516600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strike="noStrike" spc="-1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strike="noStrike" spc="-1">
                <a:solidFill>
                  <a:srgbClr val="000000"/>
                </a:solidFill>
                <a:latin typeface="Noto Sans"/>
              </a:rPr>
              <a:t>&lt;footer&gt;</a:t>
            </a:r>
            <a:endParaRPr lang="en-IN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0" name="PlaceHolder 4"/>
          <p:cNvSpPr>
            <a:spLocks noGrp="1"/>
          </p:cNvSpPr>
          <p:nvPr>
            <p:ph type="sldNum" idx="38"/>
          </p:nvPr>
        </p:nvSpPr>
        <p:spPr>
          <a:xfrm>
            <a:off x="722736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IN" sz="1400" b="0" strike="noStrike" spc="-1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E6D53C1-0BB4-4D3B-9AA2-65BB3749A0F7}" type="slidenum">
              <a:rPr lang="en-IN" sz="1400" b="0" strike="noStrike" spc="-1">
                <a:solidFill>
                  <a:srgbClr val="000000"/>
                </a:solidFill>
                <a:latin typeface="Noto Sans"/>
              </a:rPr>
              <a:t>‹#›</a:t>
            </a:fld>
            <a:endParaRPr lang="en-IN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1" name="PlaceHolder 5"/>
          <p:cNvSpPr>
            <a:spLocks noGrp="1"/>
          </p:cNvSpPr>
          <p:nvPr>
            <p:ph type="dt" idx="39"/>
          </p:nvPr>
        </p:nvSpPr>
        <p:spPr>
          <a:xfrm>
            <a:off x="46800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Oval 323"/>
          <p:cNvSpPr/>
          <p:nvPr/>
        </p:nvSpPr>
        <p:spPr>
          <a:xfrm>
            <a:off x="8266320" y="4115520"/>
            <a:ext cx="1919520" cy="19195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325" name="Oval 324"/>
          <p:cNvSpPr/>
          <p:nvPr/>
        </p:nvSpPr>
        <p:spPr>
          <a:xfrm>
            <a:off x="7717680" y="-548280"/>
            <a:ext cx="1919520" cy="19195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grpSp>
        <p:nvGrpSpPr>
          <p:cNvPr id="326" name="Group 325"/>
          <p:cNvGrpSpPr/>
          <p:nvPr/>
        </p:nvGrpSpPr>
        <p:grpSpPr>
          <a:xfrm>
            <a:off x="-146880" y="-295560"/>
            <a:ext cx="914400" cy="1279800"/>
            <a:chOff x="-146880" y="-295560"/>
            <a:chExt cx="914400" cy="1279800"/>
          </a:xfrm>
        </p:grpSpPr>
        <p:sp>
          <p:nvSpPr>
            <p:cNvPr id="327" name="Oval 326"/>
            <p:cNvSpPr/>
            <p:nvPr/>
          </p:nvSpPr>
          <p:spPr>
            <a:xfrm rot="5395800" flipV="1">
              <a:off x="219240" y="80100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28" name="Oval 327"/>
            <p:cNvSpPr/>
            <p:nvPr/>
          </p:nvSpPr>
          <p:spPr>
            <a:xfrm rot="5395800" flipV="1">
              <a:off x="218880" y="43524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29" name="Oval 328"/>
            <p:cNvSpPr/>
            <p:nvPr/>
          </p:nvSpPr>
          <p:spPr>
            <a:xfrm rot="5395800" flipV="1">
              <a:off x="218520" y="6984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30" name="Oval 329"/>
            <p:cNvSpPr/>
            <p:nvPr/>
          </p:nvSpPr>
          <p:spPr>
            <a:xfrm rot="5395800" flipV="1">
              <a:off x="217800" y="-29520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31" name="Oval 330"/>
            <p:cNvSpPr/>
            <p:nvPr/>
          </p:nvSpPr>
          <p:spPr>
            <a:xfrm rot="5395800" flipV="1">
              <a:off x="583920" y="-29556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32" name="Oval 331"/>
            <p:cNvSpPr/>
            <p:nvPr/>
          </p:nvSpPr>
          <p:spPr>
            <a:xfrm rot="5395800" flipV="1">
              <a:off x="584280" y="6912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33" name="Oval 332"/>
            <p:cNvSpPr/>
            <p:nvPr/>
          </p:nvSpPr>
          <p:spPr>
            <a:xfrm rot="5395800" flipV="1">
              <a:off x="584280" y="43488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34" name="Oval 333"/>
            <p:cNvSpPr/>
            <p:nvPr/>
          </p:nvSpPr>
          <p:spPr>
            <a:xfrm rot="5395800" flipV="1">
              <a:off x="585000" y="80100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35" name="Oval 334"/>
            <p:cNvSpPr/>
            <p:nvPr/>
          </p:nvSpPr>
          <p:spPr>
            <a:xfrm rot="5395800" flipV="1">
              <a:off x="-145440" y="80136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36" name="Oval 335"/>
            <p:cNvSpPr/>
            <p:nvPr/>
          </p:nvSpPr>
          <p:spPr>
            <a:xfrm rot="5395800" flipV="1">
              <a:off x="-146160" y="43596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37" name="Oval 336"/>
            <p:cNvSpPr/>
            <p:nvPr/>
          </p:nvSpPr>
          <p:spPr>
            <a:xfrm rot="5395800" flipV="1">
              <a:off x="-146160" y="6984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38" name="Oval 337"/>
            <p:cNvSpPr/>
            <p:nvPr/>
          </p:nvSpPr>
          <p:spPr>
            <a:xfrm rot="5395800" flipV="1">
              <a:off x="-146520" y="-29484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</p:grpSp>
      <p:grpSp>
        <p:nvGrpSpPr>
          <p:cNvPr id="339" name="Group 338"/>
          <p:cNvGrpSpPr/>
          <p:nvPr/>
        </p:nvGrpSpPr>
        <p:grpSpPr>
          <a:xfrm>
            <a:off x="9545040" y="4645800"/>
            <a:ext cx="915120" cy="1280520"/>
            <a:chOff x="9545040" y="4645800"/>
            <a:chExt cx="915120" cy="1280520"/>
          </a:xfrm>
        </p:grpSpPr>
        <p:sp>
          <p:nvSpPr>
            <p:cNvPr id="340" name="Oval 339"/>
            <p:cNvSpPr/>
            <p:nvPr/>
          </p:nvSpPr>
          <p:spPr>
            <a:xfrm rot="5395800" flipV="1">
              <a:off x="9911880" y="574308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41" name="Oval 340"/>
            <p:cNvSpPr/>
            <p:nvPr/>
          </p:nvSpPr>
          <p:spPr>
            <a:xfrm rot="5395800" flipV="1">
              <a:off x="9911520" y="537732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42" name="Oval 341"/>
            <p:cNvSpPr/>
            <p:nvPr/>
          </p:nvSpPr>
          <p:spPr>
            <a:xfrm rot="5395800" flipV="1">
              <a:off x="9911160" y="501192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43" name="Oval 342"/>
            <p:cNvSpPr/>
            <p:nvPr/>
          </p:nvSpPr>
          <p:spPr>
            <a:xfrm rot="5395800" flipV="1">
              <a:off x="9910440" y="464580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44" name="Oval 343"/>
            <p:cNvSpPr/>
            <p:nvPr/>
          </p:nvSpPr>
          <p:spPr>
            <a:xfrm rot="5395800" flipV="1">
              <a:off x="10276560" y="464544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45" name="Oval 344"/>
            <p:cNvSpPr/>
            <p:nvPr/>
          </p:nvSpPr>
          <p:spPr>
            <a:xfrm rot="5395800" flipV="1">
              <a:off x="10276920" y="501120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46" name="Oval 345"/>
            <p:cNvSpPr/>
            <p:nvPr/>
          </p:nvSpPr>
          <p:spPr>
            <a:xfrm rot="5395800" flipV="1">
              <a:off x="10276920" y="537696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47" name="Oval 346"/>
            <p:cNvSpPr/>
            <p:nvPr/>
          </p:nvSpPr>
          <p:spPr>
            <a:xfrm rot="5395800" flipV="1">
              <a:off x="10277640" y="574308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48" name="Oval 347"/>
            <p:cNvSpPr/>
            <p:nvPr/>
          </p:nvSpPr>
          <p:spPr>
            <a:xfrm rot="5395800" flipV="1">
              <a:off x="9546120" y="574344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49" name="Oval 348"/>
            <p:cNvSpPr/>
            <p:nvPr/>
          </p:nvSpPr>
          <p:spPr>
            <a:xfrm rot="5395800" flipV="1">
              <a:off x="9545400" y="537804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50" name="Oval 349"/>
            <p:cNvSpPr/>
            <p:nvPr/>
          </p:nvSpPr>
          <p:spPr>
            <a:xfrm rot="5395800" flipV="1">
              <a:off x="9545400" y="501192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51" name="Oval 350"/>
            <p:cNvSpPr/>
            <p:nvPr/>
          </p:nvSpPr>
          <p:spPr>
            <a:xfrm rot="5395800" flipV="1">
              <a:off x="9545040" y="464616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</p:grpSp>
      <p:sp>
        <p:nvSpPr>
          <p:cNvPr id="352" name="Oval 351"/>
          <p:cNvSpPr/>
          <p:nvPr/>
        </p:nvSpPr>
        <p:spPr>
          <a:xfrm>
            <a:off x="-146160" y="3109320"/>
            <a:ext cx="1919520" cy="19195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353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54" name="PlaceHolder 2"/>
          <p:cNvSpPr>
            <a:spLocks noGrp="1"/>
          </p:cNvSpPr>
          <p:nvPr>
            <p:ph type="ftr" idx="40"/>
          </p:nvPr>
        </p:nvSpPr>
        <p:spPr>
          <a:xfrm>
            <a:off x="3442680" y="516600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strike="noStrike" spc="-1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strike="noStrike" spc="-1">
                <a:solidFill>
                  <a:srgbClr val="000000"/>
                </a:solidFill>
                <a:latin typeface="Noto Sans"/>
              </a:rPr>
              <a:t>&lt;footer&gt;</a:t>
            </a:r>
            <a:endParaRPr lang="en-IN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41"/>
          </p:nvPr>
        </p:nvSpPr>
        <p:spPr>
          <a:xfrm>
            <a:off x="722736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IN" sz="1400" b="0" strike="noStrike" spc="-1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30D3835-DB4F-475B-8DC5-7E54B25CF404}" type="slidenum">
              <a:rPr lang="en-IN" sz="1400" b="0" strike="noStrike" spc="-1">
                <a:solidFill>
                  <a:srgbClr val="000000"/>
                </a:solidFill>
                <a:latin typeface="Noto Sans"/>
              </a:rPr>
              <a:t>‹#›</a:t>
            </a:fld>
            <a:endParaRPr lang="en-IN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6" name="PlaceHolder 4"/>
          <p:cNvSpPr>
            <a:spLocks noGrp="1"/>
          </p:cNvSpPr>
          <p:nvPr>
            <p:ph type="dt" idx="42"/>
          </p:nvPr>
        </p:nvSpPr>
        <p:spPr>
          <a:xfrm>
            <a:off x="46800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Rectangle 357"/>
          <p:cNvSpPr/>
          <p:nvPr/>
        </p:nvSpPr>
        <p:spPr>
          <a:xfrm rot="18876000">
            <a:off x="8645760" y="-405000"/>
            <a:ext cx="2894760" cy="2894760"/>
          </a:xfrm>
          <a:prstGeom prst="rect">
            <a:avLst/>
          </a:prstGeom>
          <a:solidFill>
            <a:srgbClr val="CED4D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359" name="Rectangle 358"/>
          <p:cNvSpPr/>
          <p:nvPr/>
        </p:nvSpPr>
        <p:spPr>
          <a:xfrm rot="18876000">
            <a:off x="8665920" y="3983040"/>
            <a:ext cx="2894760" cy="2894760"/>
          </a:xfrm>
          <a:prstGeom prst="rect">
            <a:avLst/>
          </a:prstGeom>
          <a:solidFill>
            <a:srgbClr val="CED4D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360" name="Rectangle 359"/>
          <p:cNvSpPr/>
          <p:nvPr/>
        </p:nvSpPr>
        <p:spPr>
          <a:xfrm rot="18964800">
            <a:off x="993600" y="5915880"/>
            <a:ext cx="2588040" cy="73080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361" name="Rectangle 360"/>
          <p:cNvSpPr/>
          <p:nvPr/>
        </p:nvSpPr>
        <p:spPr>
          <a:xfrm rot="18964800">
            <a:off x="-1296720" y="5513760"/>
            <a:ext cx="2588040" cy="73080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362" name="Rectangle 361"/>
          <p:cNvSpPr/>
          <p:nvPr/>
        </p:nvSpPr>
        <p:spPr>
          <a:xfrm rot="18964800">
            <a:off x="3681720" y="339480"/>
            <a:ext cx="3457080" cy="92160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363" name="Rectangle 362"/>
          <p:cNvSpPr/>
          <p:nvPr/>
        </p:nvSpPr>
        <p:spPr>
          <a:xfrm rot="18964800">
            <a:off x="1445400" y="-757800"/>
            <a:ext cx="2588040" cy="73080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364" name="Rectangle 363"/>
          <p:cNvSpPr/>
          <p:nvPr/>
        </p:nvSpPr>
        <p:spPr>
          <a:xfrm rot="18964800">
            <a:off x="-726840" y="3295080"/>
            <a:ext cx="2588040" cy="51228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365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66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128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367" name="PlaceHolder 3"/>
          <p:cNvSpPr>
            <a:spLocks noGrp="1"/>
          </p:cNvSpPr>
          <p:nvPr>
            <p:ph type="ftr" idx="43"/>
          </p:nvPr>
        </p:nvSpPr>
        <p:spPr>
          <a:xfrm>
            <a:off x="3442680" y="516600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strike="noStrike" spc="-1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strike="noStrike" spc="-1">
                <a:solidFill>
                  <a:srgbClr val="000000"/>
                </a:solidFill>
                <a:latin typeface="Noto Sans"/>
              </a:rPr>
              <a:t>&lt;footer&gt;</a:t>
            </a:r>
            <a:endParaRPr lang="en-IN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8" name="PlaceHolder 4"/>
          <p:cNvSpPr>
            <a:spLocks noGrp="1"/>
          </p:cNvSpPr>
          <p:nvPr>
            <p:ph type="sldNum" idx="44"/>
          </p:nvPr>
        </p:nvSpPr>
        <p:spPr>
          <a:xfrm>
            <a:off x="722736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IN" sz="1400" b="0" strike="noStrike" spc="-1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6CE58CE-FAC3-415F-B746-9E5FF83423C1}" type="slidenum">
              <a:rPr lang="en-IN" sz="1400" b="0" strike="noStrike" spc="-1">
                <a:solidFill>
                  <a:srgbClr val="000000"/>
                </a:solidFill>
                <a:latin typeface="Noto Sans"/>
              </a:rPr>
              <a:t>‹#›</a:t>
            </a:fld>
            <a:endParaRPr lang="en-IN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9" name="PlaceHolder 5"/>
          <p:cNvSpPr>
            <a:spLocks noGrp="1"/>
          </p:cNvSpPr>
          <p:nvPr>
            <p:ph type="dt" idx="45"/>
          </p:nvPr>
        </p:nvSpPr>
        <p:spPr>
          <a:xfrm>
            <a:off x="46800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Rectangle 377"/>
          <p:cNvSpPr/>
          <p:nvPr/>
        </p:nvSpPr>
        <p:spPr>
          <a:xfrm>
            <a:off x="7315200" y="4629240"/>
            <a:ext cx="2376720" cy="537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IN" sz="1300" spc="-1">
                <a:solidFill>
                  <a:srgbClr val="000000"/>
                </a:solidFill>
                <a:latin typeface="Noto Sans"/>
              </a:rPr>
              <a:t>Komal Gadadare</a:t>
            </a:r>
            <a:endParaRPr lang="en-IN" sz="13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300" spc="-1" dirty="0">
                <a:solidFill>
                  <a:srgbClr val="000000"/>
                </a:solidFill>
                <a:latin typeface="Noto Sans"/>
                <a:ea typeface="DejaVu Sans"/>
              </a:rPr>
              <a:t>Sr. </a:t>
            </a:r>
            <a:r>
              <a:rPr lang="en-IN" sz="1300" b="0" strike="noStrike" spc="-1" dirty="0">
                <a:solidFill>
                  <a:srgbClr val="000000"/>
                </a:solidFill>
                <a:latin typeface="Noto Sans"/>
                <a:ea typeface="DejaVu Sans"/>
              </a:rPr>
              <a:t>Software Engineer</a:t>
            </a:r>
            <a:endParaRPr lang="en-IN" sz="13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Straight Connector 378"/>
          <p:cNvSpPr/>
          <p:nvPr/>
        </p:nvSpPr>
        <p:spPr>
          <a:xfrm>
            <a:off x="7132320" y="4375440"/>
            <a:ext cx="360" cy="1005840"/>
          </a:xfrm>
          <a:prstGeom prst="line">
            <a:avLst/>
          </a:prstGeom>
          <a:ln w="54720">
            <a:solidFill>
              <a:srgbClr val="9999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7360" tIns="72360" rIns="117360" bIns="72360" anchor="ctr">
            <a:noAutofit/>
          </a:bodyPr>
          <a:lstStyle/>
          <a:p>
            <a:endParaRPr lang="en-IN" sz="1800" b="0" strike="noStrike" spc="-1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380" name="PlaceHolder 1"/>
          <p:cNvSpPr>
            <a:spLocks noGrp="1"/>
          </p:cNvSpPr>
          <p:nvPr>
            <p:ph type="title"/>
          </p:nvPr>
        </p:nvSpPr>
        <p:spPr>
          <a:xfrm>
            <a:off x="540000" y="1362960"/>
            <a:ext cx="8819280" cy="2597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IN" sz="4000" b="1" strike="noStrike" spc="-1">
                <a:solidFill>
                  <a:srgbClr val="000000"/>
                </a:solidFill>
                <a:latin typeface="Noto Sans"/>
              </a:rPr>
              <a:t>Getting Started with GitLab Duo </a:t>
            </a:r>
            <a:endParaRPr lang="en-IN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TextBox 380"/>
          <p:cNvSpPr txBox="1"/>
          <p:nvPr/>
        </p:nvSpPr>
        <p:spPr>
          <a:xfrm>
            <a:off x="3060000" y="3600000"/>
            <a:ext cx="6355800" cy="56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/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Setup, Requests, Approvals, and IntelliJ Integration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4400" b="1" strike="noStrike" spc="-1">
                <a:solidFill>
                  <a:srgbClr val="000000"/>
                </a:solidFill>
                <a:latin typeface="Noto Sans"/>
              </a:rPr>
              <a:t>Agenda</a:t>
            </a: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PlaceHolder 2"/>
          <p:cNvSpPr>
            <a:spLocks noGrp="1"/>
          </p:cNvSpPr>
          <p:nvPr>
            <p:ph/>
          </p:nvPr>
        </p:nvSpPr>
        <p:spPr>
          <a:xfrm>
            <a:off x="468000" y="1751760"/>
            <a:ext cx="616248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1111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What is Gitlab duo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Why Use it?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Key features &amp; Architecture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Access &amp; Approvals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Setup in Intellij 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Demo + Q&amp;A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Rectangle 383"/>
          <p:cNvSpPr/>
          <p:nvPr/>
        </p:nvSpPr>
        <p:spPr>
          <a:xfrm>
            <a:off x="914400" y="2835000"/>
            <a:ext cx="90720" cy="1645200"/>
          </a:xfrm>
          <a:prstGeom prst="rect">
            <a:avLst/>
          </a:prstGeom>
          <a:solidFill>
            <a:srgbClr val="CED4DA">
              <a:alpha val="5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385" name="PlaceHolder 1"/>
          <p:cNvSpPr>
            <a:spLocks noGrp="1"/>
          </p:cNvSpPr>
          <p:nvPr>
            <p:ph type="title"/>
          </p:nvPr>
        </p:nvSpPr>
        <p:spPr>
          <a:xfrm>
            <a:off x="468000" y="103680"/>
            <a:ext cx="9071280" cy="167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IN" sz="4400" b="1" u="wavyHeavy" strike="noStrike" spc="-1">
                <a:solidFill>
                  <a:srgbClr val="000000"/>
                </a:solidFill>
                <a:uFillTx/>
                <a:latin typeface="Noto Sans"/>
              </a:rPr>
              <a:t>What is Gitlab Duo?</a:t>
            </a: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Rectangle 385"/>
          <p:cNvSpPr/>
          <p:nvPr/>
        </p:nvSpPr>
        <p:spPr>
          <a:xfrm>
            <a:off x="316800" y="1391760"/>
            <a:ext cx="6162480" cy="328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  <a:ea typeface="DejaVu Sans"/>
              </a:rPr>
              <a:t>GitLab’s AI-powered assistant for Software engineers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  <a:ea typeface="DejaVu Sans"/>
              </a:rPr>
              <a:t>Helps across the SDLC: code, tests, CI/CD, security, docs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  <a:ea typeface="DejaVu Sans"/>
              </a:rPr>
              <a:t>Integrated into GitLab and IDEs 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4400" b="1" u="wavyHeavy" strike="noStrike" spc="-1">
                <a:solidFill>
                  <a:srgbClr val="000000"/>
                </a:solidFill>
                <a:uFillTx/>
                <a:latin typeface="Noto Sans"/>
              </a:rPr>
              <a:t>Why GitLab Duo?</a:t>
            </a: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128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Saves time — reduces repetitive coding tasks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Improves quality with suggestions &amp; checks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Helps debugging, documentation &amp; collaboration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4400" b="1" u="wavyHeavy" strike="noStrike" spc="-1">
                <a:solidFill>
                  <a:srgbClr val="000000"/>
                </a:solidFill>
                <a:uFillTx/>
                <a:latin typeface="Noto Sans"/>
              </a:rPr>
              <a:t>Key Capabilities</a:t>
            </a: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128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8888" lnSpcReduction="10000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Context-aware code completion &amp; suggestions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In-IDE chat (project aware)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Auto test generation (unit, BDD/Cucumber)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Security/vulnerability detection suggestions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MR summaries, release notes drafting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4400" b="1" u="wavyHeavy" strike="noStrike" spc="-1">
                <a:solidFill>
                  <a:srgbClr val="000000"/>
                </a:solidFill>
                <a:uFillTx/>
                <a:latin typeface="Noto Sans"/>
              </a:rPr>
              <a:t>Duo vs Other AI Tools</a:t>
            </a: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128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GitHub Copilot → focused on code snippets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ChatGPT → general purpose, lacks project context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GitLab Duo → deep GitLab integration: MRs, pipelines, scans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4400" b="1" u="wavyHeavy" strike="noStrike" spc="-1">
                <a:solidFill>
                  <a:srgbClr val="000000"/>
                </a:solidFill>
                <a:uFillTx/>
                <a:latin typeface="Noto Sans"/>
              </a:rPr>
              <a:t>Architecture (High-Level)</a:t>
            </a: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128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IDE plugin ↔ GitLab Server ↔ AI model service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Context: repo files, MRs, CI configs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Security &amp; data handling by GitLab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4400" b="1" u="wavyHeavy" strike="noStrike" spc="-1">
                <a:solidFill>
                  <a:srgbClr val="000000"/>
                </a:solidFill>
                <a:uFillTx/>
                <a:latin typeface="Noto Sans"/>
              </a:rPr>
              <a:t>Licensing &amp; Access</a:t>
            </a: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128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Requires GitLab Premium/Ultimate (check with admin)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Admins enable Duo per user/project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Controlled rollout via approval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4400" b="1" u="wavyHeavy" strike="noStrike" spc="-1">
                <a:solidFill>
                  <a:srgbClr val="000000"/>
                </a:solidFill>
                <a:uFillTx/>
                <a:latin typeface="Noto Sans"/>
              </a:rPr>
              <a:t>Requesting Access &amp; Approvals</a:t>
            </a: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128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User raises request in GitLab (self-service form)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Manager/admin approves the request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User signs attestation / compliance agreement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 type="title"/>
          </p:nvPr>
        </p:nvSpPr>
        <p:spPr>
          <a:xfrm>
            <a:off x="468000" y="178920"/>
            <a:ext cx="9071280" cy="1523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4400" b="1" u="wavyHeavy" strike="noStrike" spc="-1">
                <a:solidFill>
                  <a:srgbClr val="000000"/>
                </a:solidFill>
                <a:uFillTx/>
                <a:latin typeface="Noto Sans"/>
              </a:rPr>
              <a:t>Attestation &amp; Compliance</a:t>
            </a:r>
            <a:br>
              <a:rPr sz="4400"/>
            </a:b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128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Attestation = agreement to responsible use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Covers data handling, no sensitive data leaks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Demo: show attestation signing in GitLab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4400" b="1" u="wavyHeavy" strike="noStrike" spc="-1">
                <a:solidFill>
                  <a:srgbClr val="000000"/>
                </a:solidFill>
                <a:uFillTx/>
                <a:latin typeface="Noto Sans"/>
              </a:rPr>
              <a:t>Setup in IDE (IntelliJ)</a:t>
            </a: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128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1. Open IntelliJ → Settings → Plugins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2. Configure proxy (if your network needs it)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3. Search `GitLab Duo` → Install plugin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4. Restart IDE if prompted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5. Login to GitLab via the plugin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4400" b="1" u="wavyHeavy" strike="noStrike" spc="-1">
                <a:solidFill>
                  <a:srgbClr val="000000"/>
                </a:solidFill>
                <a:uFillTx/>
                <a:latin typeface="Noto Sans"/>
              </a:rPr>
              <a:t>Demo: Setup Walkthrough</a:t>
            </a: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128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Request &amp; approval (already shown)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Sign attestation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Install IntelliJ plugin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Configure proxy (if required)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Login &amp; run first prompt (Hello World)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4400" b="1" u="wavyHeavy" strike="noStrike" spc="-1">
                <a:solidFill>
                  <a:srgbClr val="000000"/>
                </a:solidFill>
                <a:uFillTx/>
                <a:latin typeface="Noto Sans"/>
              </a:rPr>
              <a:t>Troubleshooting Setup</a:t>
            </a: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128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3333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Proxy / firewall blocking connection → configure proxy or ask infra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License mismatch → contact admin for proper plan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Authentication errors → re-login / check token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Plugin not visible → restart IDE 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4400" b="1" u="wavyHeavy" strike="noStrike" spc="-1">
                <a:solidFill>
                  <a:srgbClr val="000000"/>
                </a:solidFill>
                <a:uFillTx/>
                <a:latin typeface="Noto Sans"/>
              </a:rPr>
              <a:t>Recap &amp; Next Steps</a:t>
            </a: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128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 Duo = integrated AI assistant (code, tests, CI)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Need approval + attestation to start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Install plugin in IDE and test first prompt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Tomorrow: Duo in development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PlaceHolder 1"/>
          <p:cNvSpPr>
            <a:spLocks noGrp="1"/>
          </p:cNvSpPr>
          <p:nvPr>
            <p:ph type="title"/>
          </p:nvPr>
        </p:nvSpPr>
        <p:spPr>
          <a:xfrm>
            <a:off x="180000" y="216000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4400" b="1" strike="noStrike" spc="-1">
                <a:solidFill>
                  <a:srgbClr val="000000"/>
                </a:solidFill>
                <a:latin typeface="Arial"/>
              </a:rPr>
              <a:t>thank_you</a:t>
            </a: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0bfa236d-8472-42aa-9a40-ab46036c5596}" enabled="1" method="Privileged" siteId="{e0793d39-0939-496d-b129-198edd916fe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509</Words>
  <Application>Microsoft Office PowerPoint</Application>
  <PresentationFormat>Custom</PresentationFormat>
  <Paragraphs>69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15</vt:i4>
      </vt:variant>
      <vt:variant>
        <vt:lpstr>Slide Titles</vt:lpstr>
      </vt:variant>
      <vt:variant>
        <vt:i4>15</vt:i4>
      </vt:variant>
    </vt:vector>
  </HeadingPairs>
  <TitlesOfParts>
    <vt:vector size="35" baseType="lpstr">
      <vt:lpstr>Arial</vt:lpstr>
      <vt:lpstr>Noto Sans</vt:lpstr>
      <vt:lpstr>Symbol</vt:lpstr>
      <vt:lpstr>Times New Roman</vt:lpstr>
      <vt:lpstr>Wingdings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Getting Started with GitLab Duo </vt:lpstr>
      <vt:lpstr>Agenda</vt:lpstr>
      <vt:lpstr>What is Gitlab Duo? </vt:lpstr>
      <vt:lpstr>Why GitLab Duo?</vt:lpstr>
      <vt:lpstr>Key Capabilities</vt:lpstr>
      <vt:lpstr>Duo vs Other AI Tools</vt:lpstr>
      <vt:lpstr>Architecture (High-Level)</vt:lpstr>
      <vt:lpstr>Licensing &amp; Access</vt:lpstr>
      <vt:lpstr>Requesting Access &amp; Approvals</vt:lpstr>
      <vt:lpstr>Attestation &amp; Compliance </vt:lpstr>
      <vt:lpstr>Setup in IDE (IntelliJ)</vt:lpstr>
      <vt:lpstr>Demo: Setup Walkthrough</vt:lpstr>
      <vt:lpstr>Troubleshooting Setup</vt:lpstr>
      <vt:lpstr>Recap &amp; Next Steps</vt:lpstr>
      <vt:lpstr>thank_you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Grey Elegant</dc:title>
  <dc:subject/>
  <dc:creator>Nema, Hritik</dc:creator>
  <dc:description>Credits:
Illustrations by Pixeltrue https://icons8.com/illustrations/author/5ec7b0e101d0360016f3d1b3 on icon8 (master slide "Table of content")
Photo by Dave Hoefler https://unsplash.com/fr/@iamthedave on Unsplash https://unsplash.com/fr/licence (slide 9)</dc:description>
  <cp:lastModifiedBy>Mutalikdesai, Suma</cp:lastModifiedBy>
  <cp:revision>6</cp:revision>
  <dcterms:created xsi:type="dcterms:W3CDTF">2025-09-21T13:52:39Z</dcterms:created>
  <dcterms:modified xsi:type="dcterms:W3CDTF">2026-10-27T10:20:22Z</dcterms:modified>
  <dc:language>en-IN</dc:language>
</cp:coreProperties>
</file>