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 id="2147483770" r:id="rId5"/>
  </p:sldMasterIdLst>
  <p:notesMasterIdLst>
    <p:notesMasterId r:id="rId24"/>
  </p:notesMasterIdLst>
  <p:handoutMasterIdLst>
    <p:handoutMasterId r:id="rId25"/>
  </p:handoutMasterIdLst>
  <p:sldIdLst>
    <p:sldId id="2561" r:id="rId6"/>
    <p:sldId id="2563" r:id="rId7"/>
    <p:sldId id="2564" r:id="rId8"/>
    <p:sldId id="2565" r:id="rId9"/>
    <p:sldId id="2566" r:id="rId10"/>
    <p:sldId id="2567" r:id="rId11"/>
    <p:sldId id="2568" r:id="rId12"/>
    <p:sldId id="2569" r:id="rId13"/>
    <p:sldId id="2570" r:id="rId14"/>
    <p:sldId id="2571" r:id="rId15"/>
    <p:sldId id="2572" r:id="rId16"/>
    <p:sldId id="2580" r:id="rId17"/>
    <p:sldId id="2573" r:id="rId18"/>
    <p:sldId id="2579" r:id="rId19"/>
    <p:sldId id="2575" r:id="rId20"/>
    <p:sldId id="2577" r:id="rId21"/>
    <p:sldId id="2576" r:id="rId22"/>
    <p:sldId id="25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Tools Used in Accenture" id="{740C0B03-E91B-4B5B-8C84-3D46EBC09830}">
          <p14:sldIdLst>
            <p14:sldId id="2561"/>
          </p14:sldIdLst>
        </p14:section>
        <p14:section name="AI Strategy and Foundations at Accenture" id="{4D39AF09-EF1B-4CCB-B84B-260E00EFEAA4}">
          <p14:sldIdLst>
            <p14:sldId id="2563"/>
          </p14:sldIdLst>
        </p14:section>
        <p14:section name="Productivity-Focused AI Tools" id="{639781E2-73F8-4B65-97E8-7993ADE15215}">
          <p14:sldIdLst>
            <p14:sldId id="2564"/>
            <p14:sldId id="2565"/>
            <p14:sldId id="2566"/>
          </p14:sldIdLst>
        </p14:section>
        <p14:section name="AI for Technology Delivery and Engineering" id="{051EBE57-8EB6-4DE9-8F9A-76AD1486E779}">
          <p14:sldIdLst>
            <p14:sldId id="2567"/>
            <p14:sldId id="2568"/>
          </p14:sldIdLst>
        </p14:section>
        <p14:section name="AI for Operations and Delivery Execution" id="{031B6F71-51E3-450A-B776-906F2DF5FEEC}">
          <p14:sldIdLst>
            <p14:sldId id="2569"/>
            <p14:sldId id="2570"/>
          </p14:sldIdLst>
        </p14:section>
        <p14:section name="AI for Transformation Planning and Advanced Intelligence" id="{36238BE4-B487-4CBE-A7D0-7C7D2A65252E}">
          <p14:sldIdLst>
            <p14:sldId id="2571"/>
            <p14:sldId id="2572"/>
            <p14:sldId id="2580"/>
            <p14:sldId id="2573"/>
          </p14:sldIdLst>
        </p14:section>
        <p14:section name="Barclays AI Tools" id="{7B6770AA-5727-4DC1-B76E-2CC2F0B0544C}">
          <p14:sldIdLst>
            <p14:sldId id="2579"/>
            <p14:sldId id="2575"/>
            <p14:sldId id="2577"/>
            <p14:sldId id="2576"/>
            <p14:sldId id="2574"/>
          </p14:sldIdLst>
        </p14:section>
      </p14:sectionLst>
    </p:ex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DACFC"/>
    <a:srgbClr val="09090C"/>
    <a:srgbClr val="FFFFFF"/>
    <a:srgbClr val="000000"/>
    <a:srgbClr val="9B8C69"/>
    <a:srgbClr val="79958B"/>
    <a:srgbClr val="476262"/>
    <a:srgbClr val="272D2B"/>
    <a:srgbClr val="647E6B"/>
    <a:srgbClr val="A27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91DB98-A7B3-405F-85DF-FAA2523937AA}" v="250" dt="2026-03-26T13:41:07.4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8" autoAdjust="0"/>
    <p:restoredTop sz="92457" autoAdjust="0"/>
  </p:normalViewPr>
  <p:slideViewPr>
    <p:cSldViewPr snapToGrid="0">
      <p:cViewPr varScale="1">
        <p:scale>
          <a:sx n="68" d="100"/>
          <a:sy n="68" d="100"/>
        </p:scale>
        <p:origin x="624" y="64"/>
      </p:cViewPr>
      <p:guideLst>
        <p:guide orient="horz" pos="2160"/>
        <p:guide pos="3816"/>
      </p:guideLst>
    </p:cSldViewPr>
  </p:slideViewPr>
  <p:notesTextViewPr>
    <p:cViewPr>
      <p:scale>
        <a:sx n="1" d="1"/>
        <a:sy n="1" d="1"/>
      </p:scale>
      <p:origin x="0" y="0"/>
    </p:cViewPr>
  </p:notesTextViewPr>
  <p:sorterViewPr>
    <p:cViewPr>
      <p:scale>
        <a:sx n="90" d="100"/>
        <a:sy n="90" d="100"/>
      </p:scale>
      <p:origin x="0" y="-90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isti, Yamini" userId="6cded0fe-312e-47c8-807b-089a1961ca0c" providerId="ADAL" clId="{B018782E-E5AA-424C-98D5-D9DDA60BD23E}"/>
    <pc:docChg chg="undo custSel addSld delSld modSld sldOrd addSection modSection">
      <pc:chgData name="Khisti, Yamini" userId="6cded0fe-312e-47c8-807b-089a1961ca0c" providerId="ADAL" clId="{B018782E-E5AA-424C-98D5-D9DDA60BD23E}" dt="2026-03-26T13:52:47.564" v="554" actId="6549"/>
      <pc:docMkLst>
        <pc:docMk/>
      </pc:docMkLst>
      <pc:sldChg chg="modSp del mod">
        <pc:chgData name="Khisti, Yamini" userId="6cded0fe-312e-47c8-807b-089a1961ca0c" providerId="ADAL" clId="{B018782E-E5AA-424C-98D5-D9DDA60BD23E}" dt="2026-03-26T12:45:03.318" v="387" actId="47"/>
        <pc:sldMkLst>
          <pc:docMk/>
          <pc:sldMk cId="0" sldId="262"/>
        </pc:sldMkLst>
      </pc:sldChg>
      <pc:sldChg chg="modSp del mod">
        <pc:chgData name="Khisti, Yamini" userId="6cded0fe-312e-47c8-807b-089a1961ca0c" providerId="ADAL" clId="{B018782E-E5AA-424C-98D5-D9DDA60BD23E}" dt="2026-03-26T11:53:40.139" v="244" actId="47"/>
        <pc:sldMkLst>
          <pc:docMk/>
          <pc:sldMk cId="0" sldId="263"/>
        </pc:sldMkLst>
        <pc:spChg chg="mod">
          <ac:chgData name="Khisti, Yamini" userId="6cded0fe-312e-47c8-807b-089a1961ca0c" providerId="ADAL" clId="{B018782E-E5AA-424C-98D5-D9DDA60BD23E}" dt="2026-03-26T11:37:15.727" v="173" actId="27636"/>
          <ac:spMkLst>
            <pc:docMk/>
            <pc:sldMk cId="0" sldId="263"/>
            <ac:spMk id="3" creationId="{00000000-0000-0000-0000-000000000000}"/>
          </ac:spMkLst>
        </pc:spChg>
      </pc:sldChg>
      <pc:sldChg chg="modSp del mod">
        <pc:chgData name="Khisti, Yamini" userId="6cded0fe-312e-47c8-807b-089a1961ca0c" providerId="ADAL" clId="{B018782E-E5AA-424C-98D5-D9DDA60BD23E}" dt="2026-03-26T12:31:39.845" v="325" actId="47"/>
        <pc:sldMkLst>
          <pc:docMk/>
          <pc:sldMk cId="0" sldId="264"/>
        </pc:sldMkLst>
        <pc:spChg chg="mod">
          <ac:chgData name="Khisti, Yamini" userId="6cded0fe-312e-47c8-807b-089a1961ca0c" providerId="ADAL" clId="{B018782E-E5AA-424C-98D5-D9DDA60BD23E}" dt="2026-03-26T12:20:44.558" v="263" actId="6549"/>
          <ac:spMkLst>
            <pc:docMk/>
            <pc:sldMk cId="0" sldId="264"/>
            <ac:spMk id="3" creationId="{00000000-0000-0000-0000-000000000000}"/>
          </ac:spMkLst>
        </pc:spChg>
      </pc:sldChg>
      <pc:sldChg chg="modSp del mod ord">
        <pc:chgData name="Khisti, Yamini" userId="6cded0fe-312e-47c8-807b-089a1961ca0c" providerId="ADAL" clId="{B018782E-E5AA-424C-98D5-D9DDA60BD23E}" dt="2026-03-26T12:44:31.656" v="383" actId="47"/>
        <pc:sldMkLst>
          <pc:docMk/>
          <pc:sldMk cId="0" sldId="265"/>
        </pc:sldMkLst>
        <pc:spChg chg="mod">
          <ac:chgData name="Khisti, Yamini" userId="6cded0fe-312e-47c8-807b-089a1961ca0c" providerId="ADAL" clId="{B018782E-E5AA-424C-98D5-D9DDA60BD23E}" dt="2026-03-26T10:27:40.303" v="170" actId="20577"/>
          <ac:spMkLst>
            <pc:docMk/>
            <pc:sldMk cId="0" sldId="265"/>
            <ac:spMk id="2" creationId="{00000000-0000-0000-0000-000000000000}"/>
          </ac:spMkLst>
        </pc:spChg>
      </pc:sldChg>
      <pc:sldChg chg="delSp modSp mod modAnim modNotesTx">
        <pc:chgData name="Khisti, Yamini" userId="6cded0fe-312e-47c8-807b-089a1961ca0c" providerId="ADAL" clId="{B018782E-E5AA-424C-98D5-D9DDA60BD23E}" dt="2026-03-26T13:41:07.498" v="553" actId="27636"/>
        <pc:sldMkLst>
          <pc:docMk/>
          <pc:sldMk cId="1429992512" sldId="2561"/>
        </pc:sldMkLst>
        <pc:spChg chg="mod">
          <ac:chgData name="Khisti, Yamini" userId="6cded0fe-312e-47c8-807b-089a1961ca0c" providerId="ADAL" clId="{B018782E-E5AA-424C-98D5-D9DDA60BD23E}" dt="2026-03-26T13:41:07.498" v="553" actId="27636"/>
          <ac:spMkLst>
            <pc:docMk/>
            <pc:sldMk cId="1429992512" sldId="2561"/>
            <ac:spMk id="2" creationId="{109BA82B-BB19-1A96-9341-C0C059BC59DC}"/>
          </ac:spMkLst>
        </pc:spChg>
        <pc:spChg chg="mod">
          <ac:chgData name="Khisti, Yamini" userId="6cded0fe-312e-47c8-807b-089a1961ca0c" providerId="ADAL" clId="{B018782E-E5AA-424C-98D5-D9DDA60BD23E}" dt="2026-03-26T13:40:25.411" v="541" actId="1076"/>
          <ac:spMkLst>
            <pc:docMk/>
            <pc:sldMk cId="1429992512" sldId="2561"/>
            <ac:spMk id="3" creationId="{3AFA10E2-0D0A-2BB8-CBED-28A20255F1EB}"/>
          </ac:spMkLst>
        </pc:spChg>
        <pc:spChg chg="mod">
          <ac:chgData name="Khisti, Yamini" userId="6cded0fe-312e-47c8-807b-089a1961ca0c" providerId="ADAL" clId="{B018782E-E5AA-424C-98D5-D9DDA60BD23E}" dt="2026-03-26T12:45:42.862" v="393" actId="403"/>
          <ac:spMkLst>
            <pc:docMk/>
            <pc:sldMk cId="1429992512" sldId="2561"/>
            <ac:spMk id="5" creationId="{26B3579C-1D7B-F844-803E-C00A716EAE7F}"/>
          </ac:spMkLst>
        </pc:spChg>
        <pc:spChg chg="del mod">
          <ac:chgData name="Khisti, Yamini" userId="6cded0fe-312e-47c8-807b-089a1961ca0c" providerId="ADAL" clId="{B018782E-E5AA-424C-98D5-D9DDA60BD23E}" dt="2026-03-26T12:45:38.480" v="392" actId="478"/>
          <ac:spMkLst>
            <pc:docMk/>
            <pc:sldMk cId="1429992512" sldId="2561"/>
            <ac:spMk id="6" creationId="{B35924F5-72DA-298E-E8BB-36185E49F53D}"/>
          </ac:spMkLst>
        </pc:spChg>
      </pc:sldChg>
      <pc:sldChg chg="delSp modSp mod">
        <pc:chgData name="Khisti, Yamini" userId="6cded0fe-312e-47c8-807b-089a1961ca0c" providerId="ADAL" clId="{B018782E-E5AA-424C-98D5-D9DDA60BD23E}" dt="2026-03-23T03:22:50.563" v="65" actId="478"/>
        <pc:sldMkLst>
          <pc:docMk/>
          <pc:sldMk cId="444766307" sldId="2563"/>
        </pc:sldMkLst>
        <pc:spChg chg="mod">
          <ac:chgData name="Khisti, Yamini" userId="6cded0fe-312e-47c8-807b-089a1961ca0c" providerId="ADAL" clId="{B018782E-E5AA-424C-98D5-D9DDA60BD23E}" dt="2026-03-23T03:22:05.624" v="58"/>
          <ac:spMkLst>
            <pc:docMk/>
            <pc:sldMk cId="444766307" sldId="2563"/>
            <ac:spMk id="2" creationId="{67EA3AF9-C0C3-629C-D257-C6BB096DFF29}"/>
          </ac:spMkLst>
        </pc:spChg>
        <pc:spChg chg="mod">
          <ac:chgData name="Khisti, Yamini" userId="6cded0fe-312e-47c8-807b-089a1961ca0c" providerId="ADAL" clId="{B018782E-E5AA-424C-98D5-D9DDA60BD23E}" dt="2026-03-23T03:22:05.624" v="58"/>
          <ac:spMkLst>
            <pc:docMk/>
            <pc:sldMk cId="444766307" sldId="2563"/>
            <ac:spMk id="5" creationId="{5D7ECCD9-8A6F-BA1E-40B4-BDE399194F2E}"/>
          </ac:spMkLst>
        </pc:spChg>
        <pc:spChg chg="mod">
          <ac:chgData name="Khisti, Yamini" userId="6cded0fe-312e-47c8-807b-089a1961ca0c" providerId="ADAL" clId="{B018782E-E5AA-424C-98D5-D9DDA60BD23E}" dt="2026-03-23T03:22:05.624" v="58"/>
          <ac:spMkLst>
            <pc:docMk/>
            <pc:sldMk cId="444766307" sldId="2563"/>
            <ac:spMk id="7" creationId="{589CF03B-7F27-1773-5EEA-E56C6BB01CF3}"/>
          </ac:spMkLst>
        </pc:spChg>
        <pc:picChg chg="mod">
          <ac:chgData name="Khisti, Yamini" userId="6cded0fe-312e-47c8-807b-089a1961ca0c" providerId="ADAL" clId="{B018782E-E5AA-424C-98D5-D9DDA60BD23E}" dt="2026-03-23T03:22:05.624" v="58"/>
          <ac:picMkLst>
            <pc:docMk/>
            <pc:sldMk cId="444766307" sldId="2563"/>
            <ac:picMk id="8" creationId="{5378ABA4-ECD7-40D2-8585-3E55C0406201}"/>
          </ac:picMkLst>
        </pc:picChg>
      </pc:sldChg>
      <pc:sldChg chg="addSp delSp modSp mod delDesignElem">
        <pc:chgData name="Khisti, Yamini" userId="6cded0fe-312e-47c8-807b-089a1961ca0c" providerId="ADAL" clId="{B018782E-E5AA-424C-98D5-D9DDA60BD23E}" dt="2026-03-23T03:26:20.684" v="83" actId="20577"/>
        <pc:sldMkLst>
          <pc:docMk/>
          <pc:sldMk cId="515993332" sldId="2564"/>
        </pc:sldMkLst>
        <pc:spChg chg="mod">
          <ac:chgData name="Khisti, Yamini" userId="6cded0fe-312e-47c8-807b-089a1961ca0c" providerId="ADAL" clId="{B018782E-E5AA-424C-98D5-D9DDA60BD23E}" dt="2026-03-23T03:26:20.684" v="83" actId="20577"/>
          <ac:spMkLst>
            <pc:docMk/>
            <pc:sldMk cId="515993332" sldId="2564"/>
            <ac:spMk id="2" creationId="{6D6E1D71-548D-27B2-DA32-954456992D11}"/>
          </ac:spMkLst>
        </pc:spChg>
        <pc:spChg chg="add del">
          <ac:chgData name="Khisti, Yamini" userId="6cded0fe-312e-47c8-807b-089a1961ca0c" providerId="ADAL" clId="{B018782E-E5AA-424C-98D5-D9DDA60BD23E}" dt="2026-03-23T03:22:05.624" v="58"/>
          <ac:spMkLst>
            <pc:docMk/>
            <pc:sldMk cId="515993332" sldId="2564"/>
            <ac:spMk id="15" creationId="{4FA533C5-33E3-4611-AF9F-72811D8B26A6}"/>
          </ac:spMkLst>
        </pc:spChg>
        <pc:spChg chg="add del">
          <ac:chgData name="Khisti, Yamini" userId="6cded0fe-312e-47c8-807b-089a1961ca0c" providerId="ADAL" clId="{B018782E-E5AA-424C-98D5-D9DDA60BD23E}" dt="2026-03-23T03:22:05.624" v="58"/>
          <ac:spMkLst>
            <pc:docMk/>
            <pc:sldMk cId="515993332" sldId="2564"/>
            <ac:spMk id="21" creationId="{87F0FDC4-AD8C-47D9-9131-623C98ADB0AE}"/>
          </ac:spMkLst>
        </pc:spChg>
        <pc:spChg chg="add del">
          <ac:chgData name="Khisti, Yamini" userId="6cded0fe-312e-47c8-807b-089a1961ca0c" providerId="ADAL" clId="{B018782E-E5AA-424C-98D5-D9DDA60BD23E}" dt="2026-03-23T03:22:05.624" v="58"/>
          <ac:spMkLst>
            <pc:docMk/>
            <pc:sldMk cId="515993332" sldId="2564"/>
            <ac:spMk id="23" creationId="{DE27238C-8EAF-4098-86E6-7723B7DAE601}"/>
          </ac:spMkLst>
        </pc:spChg>
        <pc:spChg chg="add del">
          <ac:chgData name="Khisti, Yamini" userId="6cded0fe-312e-47c8-807b-089a1961ca0c" providerId="ADAL" clId="{B018782E-E5AA-424C-98D5-D9DDA60BD23E}" dt="2026-03-23T03:22:05.624" v="58"/>
          <ac:spMkLst>
            <pc:docMk/>
            <pc:sldMk cId="515993332" sldId="2564"/>
            <ac:spMk id="25" creationId="{992F97B1-1891-4FCC-9E5F-BA97EDB48F89}"/>
          </ac:spMkLst>
        </pc:spChg>
        <pc:spChg chg="add del">
          <ac:chgData name="Khisti, Yamini" userId="6cded0fe-312e-47c8-807b-089a1961ca0c" providerId="ADAL" clId="{B018782E-E5AA-424C-98D5-D9DDA60BD23E}" dt="2026-03-23T03:22:05.624" v="58"/>
          <ac:spMkLst>
            <pc:docMk/>
            <pc:sldMk cId="515993332" sldId="2564"/>
            <ac:spMk id="27" creationId="{78C6C821-FEE1-4EB6-9590-C021440C77DE}"/>
          </ac:spMkLst>
        </pc:spChg>
        <pc:spChg chg="add del">
          <ac:chgData name="Khisti, Yamini" userId="6cded0fe-312e-47c8-807b-089a1961ca0c" providerId="ADAL" clId="{B018782E-E5AA-424C-98D5-D9DDA60BD23E}" dt="2026-03-23T03:22:05.624" v="58"/>
          <ac:spMkLst>
            <pc:docMk/>
            <pc:sldMk cId="515993332" sldId="2564"/>
            <ac:spMk id="29" creationId="{B61A74B3-E247-44D4-8C48-FAE8E2056401}"/>
          </ac:spMkLst>
        </pc:spChg>
        <pc:picChg chg="add del">
          <ac:chgData name="Khisti, Yamini" userId="6cded0fe-312e-47c8-807b-089a1961ca0c" providerId="ADAL" clId="{B018782E-E5AA-424C-98D5-D9DDA60BD23E}" dt="2026-03-23T03:22:05.624" v="58"/>
          <ac:picMkLst>
            <pc:docMk/>
            <pc:sldMk cId="515993332" sldId="2564"/>
            <ac:picMk id="11" creationId="{91B28F63-CF00-448F-B141-FE33C33B1891}"/>
          </ac:picMkLst>
        </pc:picChg>
        <pc:picChg chg="add del">
          <ac:chgData name="Khisti, Yamini" userId="6cded0fe-312e-47c8-807b-089a1961ca0c" providerId="ADAL" clId="{B018782E-E5AA-424C-98D5-D9DDA60BD23E}" dt="2026-03-23T03:22:05.624" v="58"/>
          <ac:picMkLst>
            <pc:docMk/>
            <pc:sldMk cId="515993332" sldId="2564"/>
            <ac:picMk id="13" creationId="{2AE609E2-8522-44E4-9077-980E5BCF3E14}"/>
          </ac:picMkLst>
        </pc:picChg>
        <pc:picChg chg="add del">
          <ac:chgData name="Khisti, Yamini" userId="6cded0fe-312e-47c8-807b-089a1961ca0c" providerId="ADAL" clId="{B018782E-E5AA-424C-98D5-D9DDA60BD23E}" dt="2026-03-23T03:22:05.624" v="58"/>
          <ac:picMkLst>
            <pc:docMk/>
            <pc:sldMk cId="515993332" sldId="2564"/>
            <ac:picMk id="17" creationId="{8949AD42-25FD-4C3D-9EEE-B7FEC5809988}"/>
          </ac:picMkLst>
        </pc:picChg>
        <pc:picChg chg="add del">
          <ac:chgData name="Khisti, Yamini" userId="6cded0fe-312e-47c8-807b-089a1961ca0c" providerId="ADAL" clId="{B018782E-E5AA-424C-98D5-D9DDA60BD23E}" dt="2026-03-23T03:22:05.624" v="58"/>
          <ac:picMkLst>
            <pc:docMk/>
            <pc:sldMk cId="515993332" sldId="2564"/>
            <ac:picMk id="19" creationId="{6AC7D913-60B7-4603-881B-831DA5D3A940}"/>
          </ac:picMkLst>
        </pc:picChg>
      </pc:sldChg>
      <pc:sldChg chg="delSp modSp mod">
        <pc:chgData name="Khisti, Yamini" userId="6cded0fe-312e-47c8-807b-089a1961ca0c" providerId="ADAL" clId="{B018782E-E5AA-424C-98D5-D9DDA60BD23E}" dt="2026-03-23T03:26:46.534" v="84" actId="478"/>
        <pc:sldMkLst>
          <pc:docMk/>
          <pc:sldMk cId="1021200496" sldId="2565"/>
        </pc:sldMkLst>
        <pc:spChg chg="mod">
          <ac:chgData name="Khisti, Yamini" userId="6cded0fe-312e-47c8-807b-089a1961ca0c" providerId="ADAL" clId="{B018782E-E5AA-424C-98D5-D9DDA60BD23E}" dt="2026-03-23T03:22:05.624" v="58"/>
          <ac:spMkLst>
            <pc:docMk/>
            <pc:sldMk cId="1021200496" sldId="2565"/>
            <ac:spMk id="2" creationId="{15DAEC00-FAC1-833C-588C-29EF3501F528}"/>
          </ac:spMkLst>
        </pc:spChg>
        <pc:spChg chg="mod">
          <ac:chgData name="Khisti, Yamini" userId="6cded0fe-312e-47c8-807b-089a1961ca0c" providerId="ADAL" clId="{B018782E-E5AA-424C-98D5-D9DDA60BD23E}" dt="2026-03-23T03:22:05.624" v="58"/>
          <ac:spMkLst>
            <pc:docMk/>
            <pc:sldMk cId="1021200496" sldId="2565"/>
            <ac:spMk id="5" creationId="{2C06E1A6-2037-25E8-AE18-9DD0A8DEFABC}"/>
          </ac:spMkLst>
        </pc:spChg>
        <pc:spChg chg="mod">
          <ac:chgData name="Khisti, Yamini" userId="6cded0fe-312e-47c8-807b-089a1961ca0c" providerId="ADAL" clId="{B018782E-E5AA-424C-98D5-D9DDA60BD23E}" dt="2026-03-23T03:22:05.624" v="58"/>
          <ac:spMkLst>
            <pc:docMk/>
            <pc:sldMk cId="1021200496" sldId="2565"/>
            <ac:spMk id="7" creationId="{A1326448-AF1C-8C4B-FB3A-5CD7A6F265B8}"/>
          </ac:spMkLst>
        </pc:spChg>
        <pc:picChg chg="mod">
          <ac:chgData name="Khisti, Yamini" userId="6cded0fe-312e-47c8-807b-089a1961ca0c" providerId="ADAL" clId="{B018782E-E5AA-424C-98D5-D9DDA60BD23E}" dt="2026-03-23T03:22:05.624" v="58"/>
          <ac:picMkLst>
            <pc:docMk/>
            <pc:sldMk cId="1021200496" sldId="2565"/>
            <ac:picMk id="8" creationId="{8AFC96B3-82F2-4120-ADE0-61BE9A8126D2}"/>
          </ac:picMkLst>
        </pc:picChg>
      </pc:sldChg>
      <pc:sldChg chg="delSp modSp mod">
        <pc:chgData name="Khisti, Yamini" userId="6cded0fe-312e-47c8-807b-089a1961ca0c" providerId="ADAL" clId="{B018782E-E5AA-424C-98D5-D9DDA60BD23E}" dt="2026-03-23T03:27:54.687" v="98" actId="478"/>
        <pc:sldMkLst>
          <pc:docMk/>
          <pc:sldMk cId="3515149798" sldId="2566"/>
        </pc:sldMkLst>
        <pc:spChg chg="mod">
          <ac:chgData name="Khisti, Yamini" userId="6cded0fe-312e-47c8-807b-089a1961ca0c" providerId="ADAL" clId="{B018782E-E5AA-424C-98D5-D9DDA60BD23E}" dt="2026-03-23T03:27:48.016" v="95" actId="20577"/>
          <ac:spMkLst>
            <pc:docMk/>
            <pc:sldMk cId="3515149798" sldId="2566"/>
            <ac:spMk id="2" creationId="{AB948205-5B2A-911F-4CF6-98C65E0D8E8B}"/>
          </ac:spMkLst>
        </pc:spChg>
        <pc:spChg chg="mod">
          <ac:chgData name="Khisti, Yamini" userId="6cded0fe-312e-47c8-807b-089a1961ca0c" providerId="ADAL" clId="{B018782E-E5AA-424C-98D5-D9DDA60BD23E}" dt="2026-03-23T03:22:05.624" v="58"/>
          <ac:spMkLst>
            <pc:docMk/>
            <pc:sldMk cId="3515149798" sldId="2566"/>
            <ac:spMk id="5" creationId="{CEC03414-2AE2-EF12-F91C-7D18587D2DFD}"/>
          </ac:spMkLst>
        </pc:spChg>
        <pc:spChg chg="mod">
          <ac:chgData name="Khisti, Yamini" userId="6cded0fe-312e-47c8-807b-089a1961ca0c" providerId="ADAL" clId="{B018782E-E5AA-424C-98D5-D9DDA60BD23E}" dt="2026-03-23T03:22:05.624" v="58"/>
          <ac:spMkLst>
            <pc:docMk/>
            <pc:sldMk cId="3515149798" sldId="2566"/>
            <ac:spMk id="7" creationId="{6A8A9180-2C21-BFE6-7102-9AF204881C3D}"/>
          </ac:spMkLst>
        </pc:spChg>
        <pc:picChg chg="mod">
          <ac:chgData name="Khisti, Yamini" userId="6cded0fe-312e-47c8-807b-089a1961ca0c" providerId="ADAL" clId="{B018782E-E5AA-424C-98D5-D9DDA60BD23E}" dt="2026-03-23T03:22:05.624" v="58"/>
          <ac:picMkLst>
            <pc:docMk/>
            <pc:sldMk cId="3515149798" sldId="2566"/>
            <ac:picMk id="8" creationId="{4F2C837E-C1C8-49FF-9CB1-5A3B0F20BCAC}"/>
          </ac:picMkLst>
        </pc:picChg>
      </pc:sldChg>
      <pc:sldChg chg="addSp delSp modSp mod delDesignElem">
        <pc:chgData name="Khisti, Yamini" userId="6cded0fe-312e-47c8-807b-089a1961ca0c" providerId="ADAL" clId="{B018782E-E5AA-424C-98D5-D9DDA60BD23E}" dt="2026-03-23T03:28:08.826" v="101" actId="478"/>
        <pc:sldMkLst>
          <pc:docMk/>
          <pc:sldMk cId="91089872" sldId="2567"/>
        </pc:sldMkLst>
        <pc:spChg chg="mod">
          <ac:chgData name="Khisti, Yamini" userId="6cded0fe-312e-47c8-807b-089a1961ca0c" providerId="ADAL" clId="{B018782E-E5AA-424C-98D5-D9DDA60BD23E}" dt="2026-03-23T03:22:05.624" v="58"/>
          <ac:spMkLst>
            <pc:docMk/>
            <pc:sldMk cId="91089872" sldId="2567"/>
            <ac:spMk id="2" creationId="{527F77AD-2E71-7DB7-D017-AC128E931D50}"/>
          </ac:spMkLst>
        </pc:spChg>
        <pc:spChg chg="add del">
          <ac:chgData name="Khisti, Yamini" userId="6cded0fe-312e-47c8-807b-089a1961ca0c" providerId="ADAL" clId="{B018782E-E5AA-424C-98D5-D9DDA60BD23E}" dt="2026-03-23T03:22:05.624" v="58"/>
          <ac:spMkLst>
            <pc:docMk/>
            <pc:sldMk cId="91089872" sldId="2567"/>
            <ac:spMk id="15" creationId="{4FA533C5-33E3-4611-AF9F-72811D8B26A6}"/>
          </ac:spMkLst>
        </pc:spChg>
        <pc:spChg chg="add del">
          <ac:chgData name="Khisti, Yamini" userId="6cded0fe-312e-47c8-807b-089a1961ca0c" providerId="ADAL" clId="{B018782E-E5AA-424C-98D5-D9DDA60BD23E}" dt="2026-03-23T03:22:05.624" v="58"/>
          <ac:spMkLst>
            <pc:docMk/>
            <pc:sldMk cId="91089872" sldId="2567"/>
            <ac:spMk id="21" creationId="{87F0FDC4-AD8C-47D9-9131-623C98ADB0AE}"/>
          </ac:spMkLst>
        </pc:spChg>
        <pc:spChg chg="add del">
          <ac:chgData name="Khisti, Yamini" userId="6cded0fe-312e-47c8-807b-089a1961ca0c" providerId="ADAL" clId="{B018782E-E5AA-424C-98D5-D9DDA60BD23E}" dt="2026-03-23T03:22:05.624" v="58"/>
          <ac:spMkLst>
            <pc:docMk/>
            <pc:sldMk cId="91089872" sldId="2567"/>
            <ac:spMk id="23" creationId="{DE27238C-8EAF-4098-86E6-7723B7DAE601}"/>
          </ac:spMkLst>
        </pc:spChg>
        <pc:spChg chg="add del">
          <ac:chgData name="Khisti, Yamini" userId="6cded0fe-312e-47c8-807b-089a1961ca0c" providerId="ADAL" clId="{B018782E-E5AA-424C-98D5-D9DDA60BD23E}" dt="2026-03-23T03:22:05.624" v="58"/>
          <ac:spMkLst>
            <pc:docMk/>
            <pc:sldMk cId="91089872" sldId="2567"/>
            <ac:spMk id="25" creationId="{992F97B1-1891-4FCC-9E5F-BA97EDB48F89}"/>
          </ac:spMkLst>
        </pc:spChg>
        <pc:spChg chg="add del">
          <ac:chgData name="Khisti, Yamini" userId="6cded0fe-312e-47c8-807b-089a1961ca0c" providerId="ADAL" clId="{B018782E-E5AA-424C-98D5-D9DDA60BD23E}" dt="2026-03-23T03:22:05.624" v="58"/>
          <ac:spMkLst>
            <pc:docMk/>
            <pc:sldMk cId="91089872" sldId="2567"/>
            <ac:spMk id="27" creationId="{78C6C821-FEE1-4EB6-9590-C021440C77DE}"/>
          </ac:spMkLst>
        </pc:spChg>
        <pc:spChg chg="add del">
          <ac:chgData name="Khisti, Yamini" userId="6cded0fe-312e-47c8-807b-089a1961ca0c" providerId="ADAL" clId="{B018782E-E5AA-424C-98D5-D9DDA60BD23E}" dt="2026-03-23T03:22:05.624" v="58"/>
          <ac:spMkLst>
            <pc:docMk/>
            <pc:sldMk cId="91089872" sldId="2567"/>
            <ac:spMk id="29" creationId="{B61A74B3-E247-44D4-8C48-FAE8E2056401}"/>
          </ac:spMkLst>
        </pc:spChg>
        <pc:picChg chg="add del">
          <ac:chgData name="Khisti, Yamini" userId="6cded0fe-312e-47c8-807b-089a1961ca0c" providerId="ADAL" clId="{B018782E-E5AA-424C-98D5-D9DDA60BD23E}" dt="2026-03-23T03:22:05.624" v="58"/>
          <ac:picMkLst>
            <pc:docMk/>
            <pc:sldMk cId="91089872" sldId="2567"/>
            <ac:picMk id="11" creationId="{91B28F63-CF00-448F-B141-FE33C33B1891}"/>
          </ac:picMkLst>
        </pc:picChg>
        <pc:picChg chg="del">
          <ac:chgData name="Khisti, Yamini" userId="6cded0fe-312e-47c8-807b-089a1961ca0c" providerId="ADAL" clId="{B018782E-E5AA-424C-98D5-D9DDA60BD23E}" dt="2026-03-23T03:22:00.759" v="34"/>
          <ac:picMkLst>
            <pc:docMk/>
            <pc:sldMk cId="91089872" sldId="2567"/>
            <ac:picMk id="13" creationId="{2AE609E2-8522-44E4-9077-980E5BCF3E14}"/>
          </ac:picMkLst>
        </pc:picChg>
        <pc:picChg chg="add del">
          <ac:chgData name="Khisti, Yamini" userId="6cded0fe-312e-47c8-807b-089a1961ca0c" providerId="ADAL" clId="{B018782E-E5AA-424C-98D5-D9DDA60BD23E}" dt="2026-03-23T03:22:05.624" v="58"/>
          <ac:picMkLst>
            <pc:docMk/>
            <pc:sldMk cId="91089872" sldId="2567"/>
            <ac:picMk id="17" creationId="{8949AD42-25FD-4C3D-9EEE-B7FEC5809988}"/>
          </ac:picMkLst>
        </pc:picChg>
        <pc:picChg chg="add del">
          <ac:chgData name="Khisti, Yamini" userId="6cded0fe-312e-47c8-807b-089a1961ca0c" providerId="ADAL" clId="{B018782E-E5AA-424C-98D5-D9DDA60BD23E}" dt="2026-03-23T03:22:05.624" v="58"/>
          <ac:picMkLst>
            <pc:docMk/>
            <pc:sldMk cId="91089872" sldId="2567"/>
            <ac:picMk id="19" creationId="{6AC7D913-60B7-4603-881B-831DA5D3A940}"/>
          </ac:picMkLst>
        </pc:picChg>
      </pc:sldChg>
      <pc:sldChg chg="delSp modSp mod">
        <pc:chgData name="Khisti, Yamini" userId="6cded0fe-312e-47c8-807b-089a1961ca0c" providerId="ADAL" clId="{B018782E-E5AA-424C-98D5-D9DDA60BD23E}" dt="2026-03-23T03:28:51.969" v="102" actId="478"/>
        <pc:sldMkLst>
          <pc:docMk/>
          <pc:sldMk cId="1083794216" sldId="2568"/>
        </pc:sldMkLst>
        <pc:spChg chg="mod">
          <ac:chgData name="Khisti, Yamini" userId="6cded0fe-312e-47c8-807b-089a1961ca0c" providerId="ADAL" clId="{B018782E-E5AA-424C-98D5-D9DDA60BD23E}" dt="2026-03-23T03:22:05.624" v="58"/>
          <ac:spMkLst>
            <pc:docMk/>
            <pc:sldMk cId="1083794216" sldId="2568"/>
            <ac:spMk id="2" creationId="{D8A5CBBB-8E28-7356-ED4E-7B908623BFC7}"/>
          </ac:spMkLst>
        </pc:spChg>
        <pc:spChg chg="mod">
          <ac:chgData name="Khisti, Yamini" userId="6cded0fe-312e-47c8-807b-089a1961ca0c" providerId="ADAL" clId="{B018782E-E5AA-424C-98D5-D9DDA60BD23E}" dt="2026-03-23T03:22:05.624" v="58"/>
          <ac:spMkLst>
            <pc:docMk/>
            <pc:sldMk cId="1083794216" sldId="2568"/>
            <ac:spMk id="5" creationId="{60745CC5-2DD4-3123-C76D-A22DCA552E3A}"/>
          </ac:spMkLst>
        </pc:spChg>
        <pc:spChg chg="mod">
          <ac:chgData name="Khisti, Yamini" userId="6cded0fe-312e-47c8-807b-089a1961ca0c" providerId="ADAL" clId="{B018782E-E5AA-424C-98D5-D9DDA60BD23E}" dt="2026-03-23T03:22:05.624" v="58"/>
          <ac:spMkLst>
            <pc:docMk/>
            <pc:sldMk cId="1083794216" sldId="2568"/>
            <ac:spMk id="7" creationId="{B291C212-6C36-135B-EA24-EABD17C0A0ED}"/>
          </ac:spMkLst>
        </pc:spChg>
        <pc:picChg chg="mod">
          <ac:chgData name="Khisti, Yamini" userId="6cded0fe-312e-47c8-807b-089a1961ca0c" providerId="ADAL" clId="{B018782E-E5AA-424C-98D5-D9DDA60BD23E}" dt="2026-03-23T03:22:05.624" v="58"/>
          <ac:picMkLst>
            <pc:docMk/>
            <pc:sldMk cId="1083794216" sldId="2568"/>
            <ac:picMk id="8" creationId="{C6D93AA6-5ECB-444E-8DDB-2A7FA055041C}"/>
          </ac:picMkLst>
        </pc:picChg>
      </pc:sldChg>
      <pc:sldChg chg="addSp delSp modSp mod delDesignElem">
        <pc:chgData name="Khisti, Yamini" userId="6cded0fe-312e-47c8-807b-089a1961ca0c" providerId="ADAL" clId="{B018782E-E5AA-424C-98D5-D9DDA60BD23E}" dt="2026-03-23T03:29:49.553" v="105" actId="478"/>
        <pc:sldMkLst>
          <pc:docMk/>
          <pc:sldMk cId="4215059836" sldId="2569"/>
        </pc:sldMkLst>
        <pc:spChg chg="mod">
          <ac:chgData name="Khisti, Yamini" userId="6cded0fe-312e-47c8-807b-089a1961ca0c" providerId="ADAL" clId="{B018782E-E5AA-424C-98D5-D9DDA60BD23E}" dt="2026-03-23T03:22:05.624" v="58"/>
          <ac:spMkLst>
            <pc:docMk/>
            <pc:sldMk cId="4215059836" sldId="2569"/>
            <ac:spMk id="2" creationId="{22289C42-AA8D-EB23-BFF7-2008C70A2D46}"/>
          </ac:spMkLst>
        </pc:spChg>
        <pc:spChg chg="add del">
          <ac:chgData name="Khisti, Yamini" userId="6cded0fe-312e-47c8-807b-089a1961ca0c" providerId="ADAL" clId="{B018782E-E5AA-424C-98D5-D9DDA60BD23E}" dt="2026-03-23T03:22:05.624" v="58"/>
          <ac:spMkLst>
            <pc:docMk/>
            <pc:sldMk cId="4215059836" sldId="2569"/>
            <ac:spMk id="15" creationId="{4FA533C5-33E3-4611-AF9F-72811D8B26A6}"/>
          </ac:spMkLst>
        </pc:spChg>
        <pc:spChg chg="add del">
          <ac:chgData name="Khisti, Yamini" userId="6cded0fe-312e-47c8-807b-089a1961ca0c" providerId="ADAL" clId="{B018782E-E5AA-424C-98D5-D9DDA60BD23E}" dt="2026-03-23T03:22:05.624" v="58"/>
          <ac:spMkLst>
            <pc:docMk/>
            <pc:sldMk cId="4215059836" sldId="2569"/>
            <ac:spMk id="21" creationId="{87F0FDC4-AD8C-47D9-9131-623C98ADB0AE}"/>
          </ac:spMkLst>
        </pc:spChg>
        <pc:spChg chg="add del">
          <ac:chgData name="Khisti, Yamini" userId="6cded0fe-312e-47c8-807b-089a1961ca0c" providerId="ADAL" clId="{B018782E-E5AA-424C-98D5-D9DDA60BD23E}" dt="2026-03-23T03:22:05.624" v="58"/>
          <ac:spMkLst>
            <pc:docMk/>
            <pc:sldMk cId="4215059836" sldId="2569"/>
            <ac:spMk id="23" creationId="{DE27238C-8EAF-4098-86E6-7723B7DAE601}"/>
          </ac:spMkLst>
        </pc:spChg>
        <pc:spChg chg="add del">
          <ac:chgData name="Khisti, Yamini" userId="6cded0fe-312e-47c8-807b-089a1961ca0c" providerId="ADAL" clId="{B018782E-E5AA-424C-98D5-D9DDA60BD23E}" dt="2026-03-23T03:22:05.624" v="58"/>
          <ac:spMkLst>
            <pc:docMk/>
            <pc:sldMk cId="4215059836" sldId="2569"/>
            <ac:spMk id="25" creationId="{992F97B1-1891-4FCC-9E5F-BA97EDB48F89}"/>
          </ac:spMkLst>
        </pc:spChg>
        <pc:spChg chg="add del">
          <ac:chgData name="Khisti, Yamini" userId="6cded0fe-312e-47c8-807b-089a1961ca0c" providerId="ADAL" clId="{B018782E-E5AA-424C-98D5-D9DDA60BD23E}" dt="2026-03-23T03:22:05.624" v="58"/>
          <ac:spMkLst>
            <pc:docMk/>
            <pc:sldMk cId="4215059836" sldId="2569"/>
            <ac:spMk id="27" creationId="{78C6C821-FEE1-4EB6-9590-C021440C77DE}"/>
          </ac:spMkLst>
        </pc:spChg>
        <pc:spChg chg="add del">
          <ac:chgData name="Khisti, Yamini" userId="6cded0fe-312e-47c8-807b-089a1961ca0c" providerId="ADAL" clId="{B018782E-E5AA-424C-98D5-D9DDA60BD23E}" dt="2026-03-23T03:22:05.624" v="58"/>
          <ac:spMkLst>
            <pc:docMk/>
            <pc:sldMk cId="4215059836" sldId="2569"/>
            <ac:spMk id="29" creationId="{B61A74B3-E247-44D4-8C48-FAE8E2056401}"/>
          </ac:spMkLst>
        </pc:spChg>
        <pc:picChg chg="add del">
          <ac:chgData name="Khisti, Yamini" userId="6cded0fe-312e-47c8-807b-089a1961ca0c" providerId="ADAL" clId="{B018782E-E5AA-424C-98D5-D9DDA60BD23E}" dt="2026-03-23T03:22:05.624" v="58"/>
          <ac:picMkLst>
            <pc:docMk/>
            <pc:sldMk cId="4215059836" sldId="2569"/>
            <ac:picMk id="11" creationId="{91B28F63-CF00-448F-B141-FE33C33B1891}"/>
          </ac:picMkLst>
        </pc:picChg>
        <pc:picChg chg="add del">
          <ac:chgData name="Khisti, Yamini" userId="6cded0fe-312e-47c8-807b-089a1961ca0c" providerId="ADAL" clId="{B018782E-E5AA-424C-98D5-D9DDA60BD23E}" dt="2026-03-23T03:22:05.624" v="58"/>
          <ac:picMkLst>
            <pc:docMk/>
            <pc:sldMk cId="4215059836" sldId="2569"/>
            <ac:picMk id="13" creationId="{2AE609E2-8522-44E4-9077-980E5BCF3E14}"/>
          </ac:picMkLst>
        </pc:picChg>
        <pc:picChg chg="del">
          <ac:chgData name="Khisti, Yamini" userId="6cded0fe-312e-47c8-807b-089a1961ca0c" providerId="ADAL" clId="{B018782E-E5AA-424C-98D5-D9DDA60BD23E}" dt="2026-03-23T03:22:00.759" v="34"/>
          <ac:picMkLst>
            <pc:docMk/>
            <pc:sldMk cId="4215059836" sldId="2569"/>
            <ac:picMk id="17" creationId="{8949AD42-25FD-4C3D-9EEE-B7FEC5809988}"/>
          </ac:picMkLst>
        </pc:picChg>
        <pc:picChg chg="add del">
          <ac:chgData name="Khisti, Yamini" userId="6cded0fe-312e-47c8-807b-089a1961ca0c" providerId="ADAL" clId="{B018782E-E5AA-424C-98D5-D9DDA60BD23E}" dt="2026-03-23T03:22:05.624" v="58"/>
          <ac:picMkLst>
            <pc:docMk/>
            <pc:sldMk cId="4215059836" sldId="2569"/>
            <ac:picMk id="19" creationId="{6AC7D913-60B7-4603-881B-831DA5D3A940}"/>
          </ac:picMkLst>
        </pc:picChg>
      </pc:sldChg>
      <pc:sldChg chg="delSp modSp mod">
        <pc:chgData name="Khisti, Yamini" userId="6cded0fe-312e-47c8-807b-089a1961ca0c" providerId="ADAL" clId="{B018782E-E5AA-424C-98D5-D9DDA60BD23E}" dt="2026-03-23T03:29:58.390" v="107" actId="478"/>
        <pc:sldMkLst>
          <pc:docMk/>
          <pc:sldMk cId="487007053" sldId="2570"/>
        </pc:sldMkLst>
        <pc:spChg chg="mod">
          <ac:chgData name="Khisti, Yamini" userId="6cded0fe-312e-47c8-807b-089a1961ca0c" providerId="ADAL" clId="{B018782E-E5AA-424C-98D5-D9DDA60BD23E}" dt="2026-03-23T03:22:05.624" v="58"/>
          <ac:spMkLst>
            <pc:docMk/>
            <pc:sldMk cId="487007053" sldId="2570"/>
            <ac:spMk id="2" creationId="{A783B7CB-BB8C-0B4D-8CD2-CFB3142247FA}"/>
          </ac:spMkLst>
        </pc:spChg>
        <pc:spChg chg="mod">
          <ac:chgData name="Khisti, Yamini" userId="6cded0fe-312e-47c8-807b-089a1961ca0c" providerId="ADAL" clId="{B018782E-E5AA-424C-98D5-D9DDA60BD23E}" dt="2026-03-23T03:22:05.624" v="58"/>
          <ac:spMkLst>
            <pc:docMk/>
            <pc:sldMk cId="487007053" sldId="2570"/>
            <ac:spMk id="5" creationId="{B7C4C287-3268-C2D9-D2BC-7342938828CC}"/>
          </ac:spMkLst>
        </pc:spChg>
        <pc:spChg chg="mod">
          <ac:chgData name="Khisti, Yamini" userId="6cded0fe-312e-47c8-807b-089a1961ca0c" providerId="ADAL" clId="{B018782E-E5AA-424C-98D5-D9DDA60BD23E}" dt="2026-03-23T03:22:05.624" v="58"/>
          <ac:spMkLst>
            <pc:docMk/>
            <pc:sldMk cId="487007053" sldId="2570"/>
            <ac:spMk id="7" creationId="{6C3D9570-FACA-EA18-C132-97E64BC9B3D0}"/>
          </ac:spMkLst>
        </pc:spChg>
        <pc:picChg chg="mod">
          <ac:chgData name="Khisti, Yamini" userId="6cded0fe-312e-47c8-807b-089a1961ca0c" providerId="ADAL" clId="{B018782E-E5AA-424C-98D5-D9DDA60BD23E}" dt="2026-03-23T03:22:05.624" v="58"/>
          <ac:picMkLst>
            <pc:docMk/>
            <pc:sldMk cId="487007053" sldId="2570"/>
            <ac:picMk id="8" creationId="{82237602-9592-4754-9EC0-AE8D0F4EABAC}"/>
          </ac:picMkLst>
        </pc:picChg>
      </pc:sldChg>
      <pc:sldChg chg="addSp delSp modSp mod delDesignElem">
        <pc:chgData name="Khisti, Yamini" userId="6cded0fe-312e-47c8-807b-089a1961ca0c" providerId="ADAL" clId="{B018782E-E5AA-424C-98D5-D9DDA60BD23E}" dt="2026-03-23T03:30:25.274" v="109" actId="478"/>
        <pc:sldMkLst>
          <pc:docMk/>
          <pc:sldMk cId="3333667904" sldId="2571"/>
        </pc:sldMkLst>
        <pc:spChg chg="mod">
          <ac:chgData name="Khisti, Yamini" userId="6cded0fe-312e-47c8-807b-089a1961ca0c" providerId="ADAL" clId="{B018782E-E5AA-424C-98D5-D9DDA60BD23E}" dt="2026-03-23T03:22:05.624" v="58"/>
          <ac:spMkLst>
            <pc:docMk/>
            <pc:sldMk cId="3333667904" sldId="2571"/>
            <ac:spMk id="2" creationId="{E6495253-E02D-0726-2121-BC53B7CC24BC}"/>
          </ac:spMkLst>
        </pc:spChg>
        <pc:spChg chg="add del">
          <ac:chgData name="Khisti, Yamini" userId="6cded0fe-312e-47c8-807b-089a1961ca0c" providerId="ADAL" clId="{B018782E-E5AA-424C-98D5-D9DDA60BD23E}" dt="2026-03-23T03:22:05.624" v="58"/>
          <ac:spMkLst>
            <pc:docMk/>
            <pc:sldMk cId="3333667904" sldId="2571"/>
            <ac:spMk id="15" creationId="{4FA533C5-33E3-4611-AF9F-72811D8B26A6}"/>
          </ac:spMkLst>
        </pc:spChg>
        <pc:spChg chg="add del">
          <ac:chgData name="Khisti, Yamini" userId="6cded0fe-312e-47c8-807b-089a1961ca0c" providerId="ADAL" clId="{B018782E-E5AA-424C-98D5-D9DDA60BD23E}" dt="2026-03-23T03:22:05.624" v="58"/>
          <ac:spMkLst>
            <pc:docMk/>
            <pc:sldMk cId="3333667904" sldId="2571"/>
            <ac:spMk id="21" creationId="{87F0FDC4-AD8C-47D9-9131-623C98ADB0AE}"/>
          </ac:spMkLst>
        </pc:spChg>
        <pc:spChg chg="add del">
          <ac:chgData name="Khisti, Yamini" userId="6cded0fe-312e-47c8-807b-089a1961ca0c" providerId="ADAL" clId="{B018782E-E5AA-424C-98D5-D9DDA60BD23E}" dt="2026-03-23T03:22:05.624" v="58"/>
          <ac:spMkLst>
            <pc:docMk/>
            <pc:sldMk cId="3333667904" sldId="2571"/>
            <ac:spMk id="23" creationId="{DE27238C-8EAF-4098-86E6-7723B7DAE601}"/>
          </ac:spMkLst>
        </pc:spChg>
        <pc:spChg chg="add del">
          <ac:chgData name="Khisti, Yamini" userId="6cded0fe-312e-47c8-807b-089a1961ca0c" providerId="ADAL" clId="{B018782E-E5AA-424C-98D5-D9DDA60BD23E}" dt="2026-03-23T03:22:05.624" v="58"/>
          <ac:spMkLst>
            <pc:docMk/>
            <pc:sldMk cId="3333667904" sldId="2571"/>
            <ac:spMk id="25" creationId="{992F97B1-1891-4FCC-9E5F-BA97EDB48F89}"/>
          </ac:spMkLst>
        </pc:spChg>
        <pc:spChg chg="add del">
          <ac:chgData name="Khisti, Yamini" userId="6cded0fe-312e-47c8-807b-089a1961ca0c" providerId="ADAL" clId="{B018782E-E5AA-424C-98D5-D9DDA60BD23E}" dt="2026-03-23T03:22:05.624" v="58"/>
          <ac:spMkLst>
            <pc:docMk/>
            <pc:sldMk cId="3333667904" sldId="2571"/>
            <ac:spMk id="27" creationId="{78C6C821-FEE1-4EB6-9590-C021440C77DE}"/>
          </ac:spMkLst>
        </pc:spChg>
        <pc:spChg chg="add del">
          <ac:chgData name="Khisti, Yamini" userId="6cded0fe-312e-47c8-807b-089a1961ca0c" providerId="ADAL" clId="{B018782E-E5AA-424C-98D5-D9DDA60BD23E}" dt="2026-03-23T03:22:05.624" v="58"/>
          <ac:spMkLst>
            <pc:docMk/>
            <pc:sldMk cId="3333667904" sldId="2571"/>
            <ac:spMk id="29" creationId="{B61A74B3-E247-44D4-8C48-FAE8E2056401}"/>
          </ac:spMkLst>
        </pc:spChg>
        <pc:picChg chg="add del">
          <ac:chgData name="Khisti, Yamini" userId="6cded0fe-312e-47c8-807b-089a1961ca0c" providerId="ADAL" clId="{B018782E-E5AA-424C-98D5-D9DDA60BD23E}" dt="2026-03-23T03:22:05.624" v="58"/>
          <ac:picMkLst>
            <pc:docMk/>
            <pc:sldMk cId="3333667904" sldId="2571"/>
            <ac:picMk id="11" creationId="{91B28F63-CF00-448F-B141-FE33C33B1891}"/>
          </ac:picMkLst>
        </pc:picChg>
        <pc:picChg chg="add del">
          <ac:chgData name="Khisti, Yamini" userId="6cded0fe-312e-47c8-807b-089a1961ca0c" providerId="ADAL" clId="{B018782E-E5AA-424C-98D5-D9DDA60BD23E}" dt="2026-03-23T03:22:05.624" v="58"/>
          <ac:picMkLst>
            <pc:docMk/>
            <pc:sldMk cId="3333667904" sldId="2571"/>
            <ac:picMk id="13" creationId="{2AE609E2-8522-44E4-9077-980E5BCF3E14}"/>
          </ac:picMkLst>
        </pc:picChg>
        <pc:picChg chg="del">
          <ac:chgData name="Khisti, Yamini" userId="6cded0fe-312e-47c8-807b-089a1961ca0c" providerId="ADAL" clId="{B018782E-E5AA-424C-98D5-D9DDA60BD23E}" dt="2026-03-23T03:22:00.759" v="34"/>
          <ac:picMkLst>
            <pc:docMk/>
            <pc:sldMk cId="3333667904" sldId="2571"/>
            <ac:picMk id="17" creationId="{8949AD42-25FD-4C3D-9EEE-B7FEC5809988}"/>
          </ac:picMkLst>
        </pc:picChg>
        <pc:picChg chg="add del">
          <ac:chgData name="Khisti, Yamini" userId="6cded0fe-312e-47c8-807b-089a1961ca0c" providerId="ADAL" clId="{B018782E-E5AA-424C-98D5-D9DDA60BD23E}" dt="2026-03-23T03:22:05.624" v="58"/>
          <ac:picMkLst>
            <pc:docMk/>
            <pc:sldMk cId="3333667904" sldId="2571"/>
            <ac:picMk id="19" creationId="{6AC7D913-60B7-4603-881B-831DA5D3A940}"/>
          </ac:picMkLst>
        </pc:picChg>
      </pc:sldChg>
      <pc:sldChg chg="delSp modSp mod">
        <pc:chgData name="Khisti, Yamini" userId="6cded0fe-312e-47c8-807b-089a1961ca0c" providerId="ADAL" clId="{B018782E-E5AA-424C-98D5-D9DDA60BD23E}" dt="2026-03-23T03:30:55.764" v="113" actId="478"/>
        <pc:sldMkLst>
          <pc:docMk/>
          <pc:sldMk cId="1406045456" sldId="2572"/>
        </pc:sldMkLst>
        <pc:spChg chg="mod">
          <ac:chgData name="Khisti, Yamini" userId="6cded0fe-312e-47c8-807b-089a1961ca0c" providerId="ADAL" clId="{B018782E-E5AA-424C-98D5-D9DDA60BD23E}" dt="2026-03-23T03:22:05.624" v="58"/>
          <ac:spMkLst>
            <pc:docMk/>
            <pc:sldMk cId="1406045456" sldId="2572"/>
            <ac:spMk id="2" creationId="{78D25FEB-5BA0-2C57-181F-4EB957138495}"/>
          </ac:spMkLst>
        </pc:spChg>
        <pc:spChg chg="mod">
          <ac:chgData name="Khisti, Yamini" userId="6cded0fe-312e-47c8-807b-089a1961ca0c" providerId="ADAL" clId="{B018782E-E5AA-424C-98D5-D9DDA60BD23E}" dt="2026-03-23T03:22:05.624" v="58"/>
          <ac:spMkLst>
            <pc:docMk/>
            <pc:sldMk cId="1406045456" sldId="2572"/>
            <ac:spMk id="5" creationId="{F6E16B71-C6C8-EFA9-87CE-93260C3E2CCC}"/>
          </ac:spMkLst>
        </pc:spChg>
        <pc:spChg chg="mod">
          <ac:chgData name="Khisti, Yamini" userId="6cded0fe-312e-47c8-807b-089a1961ca0c" providerId="ADAL" clId="{B018782E-E5AA-424C-98D5-D9DDA60BD23E}" dt="2026-03-23T03:22:05.624" v="58"/>
          <ac:spMkLst>
            <pc:docMk/>
            <pc:sldMk cId="1406045456" sldId="2572"/>
            <ac:spMk id="7" creationId="{3AC6CB60-E911-4CE2-65DC-BBB6E99030ED}"/>
          </ac:spMkLst>
        </pc:spChg>
        <pc:picChg chg="mod">
          <ac:chgData name="Khisti, Yamini" userId="6cded0fe-312e-47c8-807b-089a1961ca0c" providerId="ADAL" clId="{B018782E-E5AA-424C-98D5-D9DDA60BD23E}" dt="2026-03-23T03:22:05.624" v="58"/>
          <ac:picMkLst>
            <pc:docMk/>
            <pc:sldMk cId="1406045456" sldId="2572"/>
            <ac:picMk id="8" creationId="{BBAE049A-B06A-48FA-AB17-66398A552226}"/>
          </ac:picMkLst>
        </pc:picChg>
      </pc:sldChg>
      <pc:sldChg chg="addSp delSp modSp mod delAnim modNotesTx">
        <pc:chgData name="Khisti, Yamini" userId="6cded0fe-312e-47c8-807b-089a1961ca0c" providerId="ADAL" clId="{B018782E-E5AA-424C-98D5-D9DDA60BD23E}" dt="2026-03-26T13:52:47.564" v="554" actId="6549"/>
        <pc:sldMkLst>
          <pc:docMk/>
          <pc:sldMk cId="2196009518" sldId="2573"/>
        </pc:sldMkLst>
        <pc:spChg chg="del mod">
          <ac:chgData name="Khisti, Yamini" userId="6cded0fe-312e-47c8-807b-089a1961ca0c" providerId="ADAL" clId="{B018782E-E5AA-424C-98D5-D9DDA60BD23E}" dt="2026-03-26T13:22:04.238" v="421" actId="478"/>
          <ac:spMkLst>
            <pc:docMk/>
            <pc:sldMk cId="2196009518" sldId="2573"/>
            <ac:spMk id="2" creationId="{FB5694E9-314F-48C5-8030-BC1618601EB3}"/>
          </ac:spMkLst>
        </pc:spChg>
        <pc:spChg chg="add del mod">
          <ac:chgData name="Khisti, Yamini" userId="6cded0fe-312e-47c8-807b-089a1961ca0c" providerId="ADAL" clId="{B018782E-E5AA-424C-98D5-D9DDA60BD23E}" dt="2026-03-26T13:21:40.626" v="419" actId="478"/>
          <ac:spMkLst>
            <pc:docMk/>
            <pc:sldMk cId="2196009518" sldId="2573"/>
            <ac:spMk id="4" creationId="{15418EEA-4C34-4289-B9AC-829BE9982B50}"/>
          </ac:spMkLst>
        </pc:spChg>
        <pc:spChg chg="mod">
          <ac:chgData name="Khisti, Yamini" userId="6cded0fe-312e-47c8-807b-089a1961ca0c" providerId="ADAL" clId="{B018782E-E5AA-424C-98D5-D9DDA60BD23E}" dt="2026-03-23T03:22:05.624" v="58"/>
          <ac:spMkLst>
            <pc:docMk/>
            <pc:sldMk cId="2196009518" sldId="2573"/>
            <ac:spMk id="5" creationId="{EB885EB8-A4AE-156D-9CC2-950337304AF5}"/>
          </ac:spMkLst>
        </pc:spChg>
        <pc:spChg chg="del mod">
          <ac:chgData name="Khisti, Yamini" userId="6cded0fe-312e-47c8-807b-089a1961ca0c" providerId="ADAL" clId="{B018782E-E5AA-424C-98D5-D9DDA60BD23E}" dt="2026-03-26T13:22:02.340" v="420" actId="478"/>
          <ac:spMkLst>
            <pc:docMk/>
            <pc:sldMk cId="2196009518" sldId="2573"/>
            <ac:spMk id="7" creationId="{B6985015-5295-D707-360F-3DD0047553B2}"/>
          </ac:spMkLst>
        </pc:spChg>
        <pc:spChg chg="add del mod">
          <ac:chgData name="Khisti, Yamini" userId="6cded0fe-312e-47c8-807b-089a1961ca0c" providerId="ADAL" clId="{B018782E-E5AA-424C-98D5-D9DDA60BD23E}" dt="2026-03-26T13:22:13.908" v="424" actId="478"/>
          <ac:spMkLst>
            <pc:docMk/>
            <pc:sldMk cId="2196009518" sldId="2573"/>
            <ac:spMk id="9" creationId="{C8F88492-3CFA-D6CE-1785-E036CC24C4FA}"/>
          </ac:spMkLst>
        </pc:spChg>
        <pc:spChg chg="add del mod">
          <ac:chgData name="Khisti, Yamini" userId="6cded0fe-312e-47c8-807b-089a1961ca0c" providerId="ADAL" clId="{B018782E-E5AA-424C-98D5-D9DDA60BD23E}" dt="2026-03-26T13:22:15.539" v="425" actId="478"/>
          <ac:spMkLst>
            <pc:docMk/>
            <pc:sldMk cId="2196009518" sldId="2573"/>
            <ac:spMk id="11" creationId="{E0156313-EFBC-10B8-3DDE-66A121DB066E}"/>
          </ac:spMkLst>
        </pc:spChg>
        <pc:spChg chg="add mod">
          <ac:chgData name="Khisti, Yamini" userId="6cded0fe-312e-47c8-807b-089a1961ca0c" providerId="ADAL" clId="{B018782E-E5AA-424C-98D5-D9DDA60BD23E}" dt="2026-03-26T13:22:11.584" v="423"/>
          <ac:spMkLst>
            <pc:docMk/>
            <pc:sldMk cId="2196009518" sldId="2573"/>
            <ac:spMk id="13" creationId="{E4C6D1EB-C7A2-2A1B-E9C5-698C74380DA0}"/>
          </ac:spMkLst>
        </pc:spChg>
        <pc:spChg chg="add mod">
          <ac:chgData name="Khisti, Yamini" userId="6cded0fe-312e-47c8-807b-089a1961ca0c" providerId="ADAL" clId="{B018782E-E5AA-424C-98D5-D9DDA60BD23E}" dt="2026-03-26T13:33:34.973" v="467" actId="1076"/>
          <ac:spMkLst>
            <pc:docMk/>
            <pc:sldMk cId="2196009518" sldId="2573"/>
            <ac:spMk id="15" creationId="{3F6FA38E-87AC-597B-ADE3-30779B8BDFAC}"/>
          </ac:spMkLst>
        </pc:spChg>
        <pc:graphicFrameChg chg="add mod">
          <ac:chgData name="Khisti, Yamini" userId="6cded0fe-312e-47c8-807b-089a1961ca0c" providerId="ADAL" clId="{B018782E-E5AA-424C-98D5-D9DDA60BD23E}" dt="2026-03-26T13:22:11.584" v="423"/>
          <ac:graphicFrameMkLst>
            <pc:docMk/>
            <pc:sldMk cId="2196009518" sldId="2573"/>
            <ac:graphicFrameMk id="12" creationId="{96B1210D-1DD0-4B4A-32C9-38B02C3AA9D3}"/>
          </ac:graphicFrameMkLst>
        </pc:graphicFrameChg>
        <pc:graphicFrameChg chg="add mod ord modGraphic">
          <ac:chgData name="Khisti, Yamini" userId="6cded0fe-312e-47c8-807b-089a1961ca0c" providerId="ADAL" clId="{B018782E-E5AA-424C-98D5-D9DDA60BD23E}" dt="2026-03-26T13:39:13.356" v="516" actId="403"/>
          <ac:graphicFrameMkLst>
            <pc:docMk/>
            <pc:sldMk cId="2196009518" sldId="2573"/>
            <ac:graphicFrameMk id="14" creationId="{387439A2-F050-EFBC-C568-5D6D449B08D9}"/>
          </ac:graphicFrameMkLst>
        </pc:graphicFrameChg>
        <pc:picChg chg="del mod">
          <ac:chgData name="Khisti, Yamini" userId="6cded0fe-312e-47c8-807b-089a1961ca0c" providerId="ADAL" clId="{B018782E-E5AA-424C-98D5-D9DDA60BD23E}" dt="2026-03-26T13:21:38.459" v="418" actId="478"/>
          <ac:picMkLst>
            <pc:docMk/>
            <pc:sldMk cId="2196009518" sldId="2573"/>
            <ac:picMk id="8" creationId="{6813B923-D77A-495A-BA09-8440B9D19BF1}"/>
          </ac:picMkLst>
        </pc:picChg>
      </pc:sldChg>
      <pc:sldChg chg="modSp add mod ord modNotesTx">
        <pc:chgData name="Khisti, Yamini" userId="6cded0fe-312e-47c8-807b-089a1961ca0c" providerId="ADAL" clId="{B018782E-E5AA-424C-98D5-D9DDA60BD23E}" dt="2026-03-26T13:19:28.590" v="414" actId="6549"/>
        <pc:sldMkLst>
          <pc:docMk/>
          <pc:sldMk cId="2371525468" sldId="2574"/>
        </pc:sldMkLst>
        <pc:spChg chg="mod">
          <ac:chgData name="Khisti, Yamini" userId="6cded0fe-312e-47c8-807b-089a1961ca0c" providerId="ADAL" clId="{B018782E-E5AA-424C-98D5-D9DDA60BD23E}" dt="2026-03-23T03:33:08.305" v="156" actId="1076"/>
          <ac:spMkLst>
            <pc:docMk/>
            <pc:sldMk cId="2371525468" sldId="2574"/>
            <ac:spMk id="2" creationId="{2456D2ED-AA47-264F-2C8F-69F4512F6322}"/>
          </ac:spMkLst>
        </pc:spChg>
      </pc:sldChg>
      <pc:sldChg chg="addSp modSp add mod ord modNotesTx">
        <pc:chgData name="Khisti, Yamini" userId="6cded0fe-312e-47c8-807b-089a1961ca0c" providerId="ADAL" clId="{B018782E-E5AA-424C-98D5-D9DDA60BD23E}" dt="2026-03-26T11:54:53.122" v="246" actId="6549"/>
        <pc:sldMkLst>
          <pc:docMk/>
          <pc:sldMk cId="3888312965" sldId="2575"/>
        </pc:sldMkLst>
        <pc:spChg chg="mod">
          <ac:chgData name="Khisti, Yamini" userId="6cded0fe-312e-47c8-807b-089a1961ca0c" providerId="ADAL" clId="{B018782E-E5AA-424C-98D5-D9DDA60BD23E}" dt="2026-03-26T11:49:28.765" v="184"/>
          <ac:spMkLst>
            <pc:docMk/>
            <pc:sldMk cId="3888312965" sldId="2575"/>
            <ac:spMk id="2" creationId="{72DD283D-87A3-5B25-303A-963248285AE5}"/>
          </ac:spMkLst>
        </pc:spChg>
        <pc:spChg chg="mod">
          <ac:chgData name="Khisti, Yamini" userId="6cded0fe-312e-47c8-807b-089a1961ca0c" providerId="ADAL" clId="{B018782E-E5AA-424C-98D5-D9DDA60BD23E}" dt="2026-03-26T11:54:53.122" v="246" actId="6549"/>
          <ac:spMkLst>
            <pc:docMk/>
            <pc:sldMk cId="3888312965" sldId="2575"/>
            <ac:spMk id="7" creationId="{D3B93CAC-9F71-FF16-BD0C-480E8C4B09D7}"/>
          </ac:spMkLst>
        </pc:spChg>
        <pc:graphicFrameChg chg="add mod">
          <ac:chgData name="Khisti, Yamini" userId="6cded0fe-312e-47c8-807b-089a1961ca0c" providerId="ADAL" clId="{B018782E-E5AA-424C-98D5-D9DDA60BD23E}" dt="2026-03-26T11:45:41.546" v="180"/>
          <ac:graphicFrameMkLst>
            <pc:docMk/>
            <pc:sldMk cId="3888312965" sldId="2575"/>
            <ac:graphicFrameMk id="3" creationId="{BECB6206-984A-813D-B855-A72938E91896}"/>
          </ac:graphicFrameMkLst>
        </pc:graphicFrameChg>
        <pc:graphicFrameChg chg="add mod">
          <ac:chgData name="Khisti, Yamini" userId="6cded0fe-312e-47c8-807b-089a1961ca0c" providerId="ADAL" clId="{B018782E-E5AA-424C-98D5-D9DDA60BD23E}" dt="2026-03-26T11:45:55.171" v="183"/>
          <ac:graphicFrameMkLst>
            <pc:docMk/>
            <pc:sldMk cId="3888312965" sldId="2575"/>
            <ac:graphicFrameMk id="4" creationId="{C41CB0F1-663A-9160-C8F3-A6527E7E56F5}"/>
          </ac:graphicFrameMkLst>
        </pc:graphicFrameChg>
        <pc:picChg chg="mod">
          <ac:chgData name="Khisti, Yamini" userId="6cded0fe-312e-47c8-807b-089a1961ca0c" providerId="ADAL" clId="{B018782E-E5AA-424C-98D5-D9DDA60BD23E}" dt="2026-03-26T11:54:42.478" v="245" actId="14826"/>
          <ac:picMkLst>
            <pc:docMk/>
            <pc:sldMk cId="3888312965" sldId="2575"/>
            <ac:picMk id="8" creationId="{F5C5358C-1F6B-D8DE-0CDC-F4BE8AB01C91}"/>
          </ac:picMkLst>
        </pc:picChg>
      </pc:sldChg>
      <pc:sldChg chg="modSp add mod ord modNotesTx">
        <pc:chgData name="Khisti, Yamini" userId="6cded0fe-312e-47c8-807b-089a1961ca0c" providerId="ADAL" clId="{B018782E-E5AA-424C-98D5-D9DDA60BD23E}" dt="2026-03-26T12:31:05.638" v="324" actId="6549"/>
        <pc:sldMkLst>
          <pc:docMk/>
          <pc:sldMk cId="3448171911" sldId="2576"/>
        </pc:sldMkLst>
        <pc:spChg chg="mod">
          <ac:chgData name="Khisti, Yamini" userId="6cded0fe-312e-47c8-807b-089a1961ca0c" providerId="ADAL" clId="{B018782E-E5AA-424C-98D5-D9DDA60BD23E}" dt="2026-03-26T12:20:39.308" v="262"/>
          <ac:spMkLst>
            <pc:docMk/>
            <pc:sldMk cId="3448171911" sldId="2576"/>
            <ac:spMk id="2" creationId="{5A80EA22-1636-0A05-F8CB-2D6CC3E76DCC}"/>
          </ac:spMkLst>
        </pc:spChg>
        <pc:spChg chg="mod">
          <ac:chgData name="Khisti, Yamini" userId="6cded0fe-312e-47c8-807b-089a1961ca0c" providerId="ADAL" clId="{B018782E-E5AA-424C-98D5-D9DDA60BD23E}" dt="2026-03-26T12:30:58.066" v="323" actId="255"/>
          <ac:spMkLst>
            <pc:docMk/>
            <pc:sldMk cId="3448171911" sldId="2576"/>
            <ac:spMk id="7" creationId="{CDC83CC7-C8AD-0A13-4630-F126188D2152}"/>
          </ac:spMkLst>
        </pc:spChg>
        <pc:picChg chg="mod">
          <ac:chgData name="Khisti, Yamini" userId="6cded0fe-312e-47c8-807b-089a1961ca0c" providerId="ADAL" clId="{B018782E-E5AA-424C-98D5-D9DDA60BD23E}" dt="2026-03-26T12:20:12.996" v="259" actId="14826"/>
          <ac:picMkLst>
            <pc:docMk/>
            <pc:sldMk cId="3448171911" sldId="2576"/>
            <ac:picMk id="8" creationId="{B1FE1800-D683-14AA-DB19-A25F0F20ADD9}"/>
          </ac:picMkLst>
        </pc:picChg>
      </pc:sldChg>
      <pc:sldChg chg="modSp add mod modNotesTx">
        <pc:chgData name="Khisti, Yamini" userId="6cded0fe-312e-47c8-807b-089a1961ca0c" providerId="ADAL" clId="{B018782E-E5AA-424C-98D5-D9DDA60BD23E}" dt="2026-03-26T12:44:36.532" v="385"/>
        <pc:sldMkLst>
          <pc:docMk/>
          <pc:sldMk cId="4156752472" sldId="2577"/>
        </pc:sldMkLst>
        <pc:spChg chg="mod">
          <ac:chgData name="Khisti, Yamini" userId="6cded0fe-312e-47c8-807b-089a1961ca0c" providerId="ADAL" clId="{B018782E-E5AA-424C-98D5-D9DDA60BD23E}" dt="2026-03-26T12:44:36.532" v="385"/>
          <ac:spMkLst>
            <pc:docMk/>
            <pc:sldMk cId="4156752472" sldId="2577"/>
            <ac:spMk id="2" creationId="{42DF5A4D-06DD-00E0-1050-5ED874011FAD}"/>
          </ac:spMkLst>
        </pc:spChg>
        <pc:spChg chg="mod">
          <ac:chgData name="Khisti, Yamini" userId="6cded0fe-312e-47c8-807b-089a1961ca0c" providerId="ADAL" clId="{B018782E-E5AA-424C-98D5-D9DDA60BD23E}" dt="2026-03-26T12:42:41.928" v="378" actId="20577"/>
          <ac:spMkLst>
            <pc:docMk/>
            <pc:sldMk cId="4156752472" sldId="2577"/>
            <ac:spMk id="7" creationId="{BEE6ABC6-B749-DC70-07B0-D6B893626B9A}"/>
          </ac:spMkLst>
        </pc:spChg>
        <pc:picChg chg="mod">
          <ac:chgData name="Khisti, Yamini" userId="6cded0fe-312e-47c8-807b-089a1961ca0c" providerId="ADAL" clId="{B018782E-E5AA-424C-98D5-D9DDA60BD23E}" dt="2026-03-26T12:44:00.033" v="382" actId="14826"/>
          <ac:picMkLst>
            <pc:docMk/>
            <pc:sldMk cId="4156752472" sldId="2577"/>
            <ac:picMk id="8" creationId="{C32C710A-9172-FFE3-5E07-32D1A554F952}"/>
          </ac:picMkLst>
        </pc:picChg>
      </pc:sldChg>
      <pc:sldChg chg="add del">
        <pc:chgData name="Khisti, Yamini" userId="6cded0fe-312e-47c8-807b-089a1961ca0c" providerId="ADAL" clId="{B018782E-E5AA-424C-98D5-D9DDA60BD23E}" dt="2026-03-26T13:17:10.577" v="412" actId="47"/>
        <pc:sldMkLst>
          <pc:docMk/>
          <pc:sldMk cId="2781424455" sldId="2578"/>
        </pc:sldMkLst>
      </pc:sldChg>
      <pc:sldChg chg="addSp modSp add mod ord modAnim">
        <pc:chgData name="Khisti, Yamini" userId="6cded0fe-312e-47c8-807b-089a1961ca0c" providerId="ADAL" clId="{B018782E-E5AA-424C-98D5-D9DDA60BD23E}" dt="2026-03-26T13:17:15.370" v="413" actId="404"/>
        <pc:sldMkLst>
          <pc:docMk/>
          <pc:sldMk cId="3744982601" sldId="2579"/>
        </pc:sldMkLst>
        <pc:spChg chg="mod">
          <ac:chgData name="Khisti, Yamini" userId="6cded0fe-312e-47c8-807b-089a1961ca0c" providerId="ADAL" clId="{B018782E-E5AA-424C-98D5-D9DDA60BD23E}" dt="2026-03-26T13:16:04.442" v="401" actId="27636"/>
          <ac:spMkLst>
            <pc:docMk/>
            <pc:sldMk cId="3744982601" sldId="2579"/>
            <ac:spMk id="2" creationId="{F393C05A-6ACB-656C-E138-345C047A0F68}"/>
          </ac:spMkLst>
        </pc:spChg>
        <pc:spChg chg="add mod">
          <ac:chgData name="Khisti, Yamini" userId="6cded0fe-312e-47c8-807b-089a1961ca0c" providerId="ADAL" clId="{B018782E-E5AA-424C-98D5-D9DDA60BD23E}" dt="2026-03-26T13:17:15.370" v="413" actId="404"/>
          <ac:spMkLst>
            <pc:docMk/>
            <pc:sldMk cId="3744982601" sldId="2579"/>
            <ac:spMk id="3" creationId="{A68540B3-97B8-6432-E7AC-003A9E1F6256}"/>
          </ac:spMkLst>
        </pc:spChg>
      </pc:sldChg>
      <pc:sldChg chg="add ord">
        <pc:chgData name="Khisti, Yamini" userId="6cded0fe-312e-47c8-807b-089a1961ca0c" providerId="ADAL" clId="{B018782E-E5AA-424C-98D5-D9DDA60BD23E}" dt="2026-03-26T13:36:21.217" v="484"/>
        <pc:sldMkLst>
          <pc:docMk/>
          <pc:sldMk cId="3562995117" sldId="258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8B6240-78DA-093E-542D-EA8232A522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21978-CD08-4DE4-0B35-D8E00EB982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1042AC-E7EB-4533-80AB-C3850196CED4}" type="datetimeFigureOut">
              <a:rPr lang="en-US" smtClean="0"/>
              <a:t>10/29/2026</a:t>
            </a:fld>
            <a:endParaRPr lang="en-US"/>
          </a:p>
        </p:txBody>
      </p:sp>
      <p:sp>
        <p:nvSpPr>
          <p:cNvPr id="4" name="Footer Placeholder 3">
            <a:extLst>
              <a:ext uri="{FF2B5EF4-FFF2-40B4-BE49-F238E27FC236}">
                <a16:creationId xmlns:a16="http://schemas.microsoft.com/office/drawing/2014/main" id="{34733651-3489-31BD-ED31-0609855FBC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461A6A1-1395-B89B-42E0-2208966D9F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D1E2F7-14E3-4821-A409-B7BC1E2744B7}" type="slidenum">
              <a:rPr lang="en-US" smtClean="0"/>
              <a:t>‹#›</a:t>
            </a:fld>
            <a:endParaRPr lang="en-US"/>
          </a:p>
        </p:txBody>
      </p:sp>
    </p:spTree>
    <p:extLst>
      <p:ext uri="{BB962C8B-B14F-4D97-AF65-F5344CB8AC3E}">
        <p14:creationId xmlns:p14="http://schemas.microsoft.com/office/powerpoint/2010/main" val="22116062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63BC9-3C98-4AB2-8802-02853E289FB4}" type="datetimeFigureOut">
              <a:rPr lang="en-US" smtClean="0"/>
              <a:t>10/29/2026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E5B5A-C175-4C17-879C-A25F50F472D7}" type="slidenum">
              <a:rPr lang="en-US" smtClean="0"/>
              <a:t>‹#›</a:t>
            </a:fld>
            <a:endParaRPr lang="en-US"/>
          </a:p>
        </p:txBody>
      </p:sp>
    </p:spTree>
    <p:extLst>
      <p:ext uri="{BB962C8B-B14F-4D97-AF65-F5344CB8AC3E}">
        <p14:creationId xmlns:p14="http://schemas.microsoft.com/office/powerpoint/2010/main" val="1398428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E5B5A-C175-4C17-879C-A25F50F472D7}" type="slidenum">
              <a:rPr lang="en-US" smtClean="0"/>
              <a:t>1</a:t>
            </a:fld>
            <a:endParaRPr lang="en-US"/>
          </a:p>
        </p:txBody>
      </p:sp>
    </p:spTree>
    <p:extLst>
      <p:ext uri="{BB962C8B-B14F-4D97-AF65-F5344CB8AC3E}">
        <p14:creationId xmlns:p14="http://schemas.microsoft.com/office/powerpoint/2010/main" val="259969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Artificial intelligence sits at the core of Accenture’s enterprise reinvention strategy, shaping how the organization delivers value across strategy, technology, operations, and managed services. Accenture positions AI not as a standalone capability, but as a foundational layer embedded into every phase of transformation, from decision-making and design to execution and continuous optimization. This approach reflects the firm’s belief that enterprises must reinvent continually in response to market volatility, digital disruption, and accelerating customer expectations. By embedding AI into delivery models, Accenture enables faster execution, higher-quality outcomes, and improved predictability at scale.
One critical aspect of Accenture’s AI strategy is productivity augmentation. AI tools are used to assist employees with content creation, data analysis, engineering tasks, and operational execution, enabling teams to focus on higher-value problem solving rather than repetitive work. Another key driver is scale. Accenture operates across hundreds of clients, industries, and geographies, making manual-only approaches unsustainable. AI enables consistency, reuse of solutions, and automation across large portfolios of work while maintaining quality and compliance.
Responsible AI is also a defining pillar of Accenture’s approach. All internal AI platforms are governed by strict security, privacy, and ethical frameworks that ensure data protection, regulatory compliance, and transparency in AI-assisted decisions. This is especially important given the sensitive client data, financial insights, and intellectual property handled by Accenture teams. Finally, AI enables measurable business outcomes, including faster delivery timelines, reduced costs, improved customer experience, and enhanced decision accuracy. Together, these drivers explain why Accenture has invested heavily in building proprietary AI platforms and embedding AI into everyday work across the organization.</a:t>
            </a:r>
          </a:p>
        </p:txBody>
      </p:sp>
      <p:sp>
        <p:nvSpPr>
          <p:cNvPr id="4" name="Slide Number Placeholder 3"/>
          <p:cNvSpPr>
            <a:spLocks noGrp="1"/>
          </p:cNvSpPr>
          <p:nvPr>
            <p:ph type="sldNum" sz="quarter" idx="5"/>
          </p:nvPr>
        </p:nvSpPr>
        <p:spPr/>
        <p:txBody>
          <a:bodyPr/>
          <a:lstStyle/>
          <a:p>
            <a:fld id="{742E5B5A-C175-4C17-879C-A25F50F472D7}" type="slidenum">
              <a:rPr lang="en-US" smtClean="0"/>
              <a:t>2</a:t>
            </a:fld>
            <a:endParaRPr lang="en-US"/>
          </a:p>
        </p:txBody>
      </p:sp>
    </p:spTree>
    <p:extLst>
      <p:ext uri="{BB962C8B-B14F-4D97-AF65-F5344CB8AC3E}">
        <p14:creationId xmlns:p14="http://schemas.microsoft.com/office/powerpoint/2010/main" val="1562536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Microsoft Copilot for Enterprise Productivity, Amethyst as Accenture’s Internal Generative AI Assistant</a:t>
            </a:r>
          </a:p>
        </p:txBody>
      </p:sp>
      <p:sp>
        <p:nvSpPr>
          <p:cNvPr id="4" name="Slide Number Placeholder 3"/>
          <p:cNvSpPr>
            <a:spLocks noGrp="1"/>
          </p:cNvSpPr>
          <p:nvPr>
            <p:ph type="sldNum" sz="quarter" idx="5"/>
          </p:nvPr>
        </p:nvSpPr>
        <p:spPr/>
        <p:txBody>
          <a:bodyPr/>
          <a:lstStyle/>
          <a:p>
            <a:fld id="{742E5B5A-C175-4C17-879C-A25F50F472D7}" type="slidenum">
              <a:rPr lang="en-US" smtClean="0"/>
              <a:t>3</a:t>
            </a:fld>
            <a:endParaRPr lang="en-US"/>
          </a:p>
        </p:txBody>
      </p:sp>
    </p:spTree>
    <p:extLst>
      <p:ext uri="{BB962C8B-B14F-4D97-AF65-F5344CB8AC3E}">
        <p14:creationId xmlns:p14="http://schemas.microsoft.com/office/powerpoint/2010/main" val="390846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Microsoft Copilot is one of the primary productivity-focused AI tools used across Accenture, integrated directly into the Microsoft 365 ecosystem, including Outlook, Teams, Word, Excel, and PowerPoint. Its role is to enhance day-to-day efficiency by assisting employees with drafting content, summarizing communications, analyzing data, and generating presentations. Because Accenture relies extensively on Microsoft tools for collaboration and documentation, Copilot fits naturally into existing workflows without requiring significant behavioral change.
In practical terms, Copilot is commonly used to summarize long email threads, extract action items from Teams meetings, and generate first drafts of proposals, reports, and client communications. In Excel, it supports data analysis by helping users identify trends, create formulas, and generate visualizations using natural language prompts. This capability is particularly valuable for consultants and delivery leads who must quickly synthesize data and insights under time pressure.
From an enterprise perspective, one of Copilot’s key advantages is its security and compliance alignment with Microsoft’s enterprise controls, which is essential for Accenture’s internal risk standards. Copilot operates within tenant-level permissions, ensuring that users can only access data they are authorized to view. This makes it suitable for use with internal documents and approved client materials. Overall, Microsoft Copilot acts as a general-purpose AI assistant that improves individual productivity, reduces manual effort, and accelerates routine knowledge work across Accenture’s global workforce.</a:t>
            </a:r>
          </a:p>
        </p:txBody>
      </p:sp>
      <p:sp>
        <p:nvSpPr>
          <p:cNvPr id="4" name="Slide Number Placeholder 3"/>
          <p:cNvSpPr>
            <a:spLocks noGrp="1"/>
          </p:cNvSpPr>
          <p:nvPr>
            <p:ph type="sldNum" sz="quarter" idx="5"/>
          </p:nvPr>
        </p:nvSpPr>
        <p:spPr/>
        <p:txBody>
          <a:bodyPr/>
          <a:lstStyle/>
          <a:p>
            <a:fld id="{742E5B5A-C175-4C17-879C-A25F50F472D7}" type="slidenum">
              <a:rPr lang="en-US" smtClean="0"/>
              <a:t>4</a:t>
            </a:fld>
            <a:endParaRPr lang="en-US"/>
          </a:p>
        </p:txBody>
      </p:sp>
    </p:spTree>
    <p:extLst>
      <p:ext uri="{BB962C8B-B14F-4D97-AF65-F5344CB8AC3E}">
        <p14:creationId xmlns:p14="http://schemas.microsoft.com/office/powerpoint/2010/main" val="1650807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Amethyst is Accenture’s internally developed generative AI assistant, designed specifically for secure, compliant, and responsible use within the firm. Unlike public generative AI tools, Amethyst operates within Accenture’s controlled environment, ensuring that internal knowledge, intellectual property, and sensitive data are protected. The platform is aligned with Accenture’s Responsible AI framework, which governs data usage, model behavior, and auditability.
The primary purpose of Amethyst is to support employee productivity and knowledge access. It is used for tasks such as summarizing internal documents, generating structured content, assisting with learning and research, and answering contextual questions based on approved knowledge sources. Because Accenture operates at massive scale, employees often need to search through large volumes of internal guidance, methodologies, and delivery assets. Amethyst reduces this friction by enabling conversational access to curated information.
Another important role of Amethyst is experimentation and enablement. It provides a safe environment for teams to explore generative AI use cases without the risks associated with external tools. This helps Accenture build AI literacy across roles, including consultants, engineers, and operational teams. By standardizing how generative AI is used internally, Amethyst ensures consistency, trust, and compliance while still unlocking the creativity and speed associated with GenAI. In essence, Amethyst represents Accenture’s internal gateway to everyday generative AI usage.</a:t>
            </a:r>
          </a:p>
        </p:txBody>
      </p:sp>
      <p:sp>
        <p:nvSpPr>
          <p:cNvPr id="4" name="Slide Number Placeholder 3"/>
          <p:cNvSpPr>
            <a:spLocks noGrp="1"/>
          </p:cNvSpPr>
          <p:nvPr>
            <p:ph type="sldNum" sz="quarter" idx="5"/>
          </p:nvPr>
        </p:nvSpPr>
        <p:spPr/>
        <p:txBody>
          <a:bodyPr/>
          <a:lstStyle/>
          <a:p>
            <a:fld id="{742E5B5A-C175-4C17-879C-A25F50F472D7}" type="slidenum">
              <a:rPr lang="en-US" smtClean="0"/>
              <a:t>5</a:t>
            </a:fld>
            <a:endParaRPr lang="en-US"/>
          </a:p>
        </p:txBody>
      </p:sp>
    </p:spTree>
    <p:extLst>
      <p:ext uri="{BB962C8B-B14F-4D97-AF65-F5344CB8AC3E}">
        <p14:creationId xmlns:p14="http://schemas.microsoft.com/office/powerpoint/2010/main" val="207339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GenWizard for Generative AI–Driven Technology Delivery</a:t>
            </a:r>
          </a:p>
        </p:txBody>
      </p:sp>
      <p:sp>
        <p:nvSpPr>
          <p:cNvPr id="4" name="Slide Number Placeholder 3"/>
          <p:cNvSpPr>
            <a:spLocks noGrp="1"/>
          </p:cNvSpPr>
          <p:nvPr>
            <p:ph type="sldNum" sz="quarter" idx="5"/>
          </p:nvPr>
        </p:nvSpPr>
        <p:spPr/>
        <p:txBody>
          <a:bodyPr/>
          <a:lstStyle/>
          <a:p>
            <a:fld id="{742E5B5A-C175-4C17-879C-A25F50F472D7}" type="slidenum">
              <a:rPr lang="en-US" smtClean="0"/>
              <a:t>6</a:t>
            </a:fld>
            <a:endParaRPr lang="en-US"/>
          </a:p>
        </p:txBody>
      </p:sp>
    </p:spTree>
    <p:extLst>
      <p:ext uri="{BB962C8B-B14F-4D97-AF65-F5344CB8AC3E}">
        <p14:creationId xmlns:p14="http://schemas.microsoft.com/office/powerpoint/2010/main" val="1465740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GenWizard is Accenture’s comprehensive generative AI platform designed to transform the technology delivery lifecycle. Built on top of Accenture’s established intelligent automation platforms such as </a:t>
            </a:r>
            <a:r>
              <a:rPr lang="en-US" dirty="0" err="1"/>
              <a:t>myWizard</a:t>
            </a:r>
            <a:r>
              <a:rPr lang="en-US" dirty="0"/>
              <a:t>, </a:t>
            </a:r>
            <a:r>
              <a:rPr lang="en-US" dirty="0" err="1"/>
              <a:t>myNav</a:t>
            </a:r>
            <a:r>
              <a:rPr lang="en-US" dirty="0"/>
              <a:t>, and </a:t>
            </a:r>
            <a:r>
              <a:rPr lang="en-US" dirty="0" err="1"/>
              <a:t>myConcerto</a:t>
            </a:r>
            <a:r>
              <a:rPr lang="en-US" dirty="0"/>
              <a:t>, GenWizard embeds generative AI into engineering, modernization, operations, and platform implementation. Its objective is to accelerate delivery speed, improve quality, and reduce risk across complex technology programs.
A major use case for GenWizard is application modernization. By leveraging large language models, the platform can analyze legacy codebases, generate documentation, and assist with refactoring and re-architecture. This capability significantly reduces the manual effort required to understand and modernize aging systems. GenWizard is also used for knowledge transition, where it creates living knowledge bases that capture institutional knowledge and make it reusable across teams.
In software development, GenWizard assists with design, coding, testing, and defect analysis, enabling faster iteration cycles. It is also widely used in enterprise platform implementations such as SAP, Oracle, Salesforce, and Workday, where it helps automate configuration, documentation, and integration tasks. Importantly, GenWizard is designed to comply with enterprise security and Responsible AI requirements, making it suitable for use on large-scale client engagements. Overall, GenWizard plays a critical role in embedding generative AI directly into Accenture’s delivery engine.</a:t>
            </a:r>
          </a:p>
        </p:txBody>
      </p:sp>
      <p:sp>
        <p:nvSpPr>
          <p:cNvPr id="4" name="Slide Number Placeholder 3"/>
          <p:cNvSpPr>
            <a:spLocks noGrp="1"/>
          </p:cNvSpPr>
          <p:nvPr>
            <p:ph type="sldNum" sz="quarter" idx="5"/>
          </p:nvPr>
        </p:nvSpPr>
        <p:spPr/>
        <p:txBody>
          <a:bodyPr/>
          <a:lstStyle/>
          <a:p>
            <a:fld id="{742E5B5A-C175-4C17-879C-A25F50F472D7}" type="slidenum">
              <a:rPr lang="en-US" smtClean="0"/>
              <a:t>7</a:t>
            </a:fld>
            <a:endParaRPr lang="en-US"/>
          </a:p>
        </p:txBody>
      </p:sp>
    </p:spTree>
    <p:extLst>
      <p:ext uri="{BB962C8B-B14F-4D97-AF65-F5344CB8AC3E}">
        <p14:creationId xmlns:p14="http://schemas.microsoft.com/office/powerpoint/2010/main" val="467644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SynOps as an AI-Powered Operations Platform</a:t>
            </a:r>
          </a:p>
        </p:txBody>
      </p:sp>
      <p:sp>
        <p:nvSpPr>
          <p:cNvPr id="4" name="Slide Number Placeholder 3"/>
          <p:cNvSpPr>
            <a:spLocks noGrp="1"/>
          </p:cNvSpPr>
          <p:nvPr>
            <p:ph type="sldNum" sz="quarter" idx="5"/>
          </p:nvPr>
        </p:nvSpPr>
        <p:spPr/>
        <p:txBody>
          <a:bodyPr/>
          <a:lstStyle/>
          <a:p>
            <a:fld id="{742E5B5A-C175-4C17-879C-A25F50F472D7}" type="slidenum">
              <a:rPr lang="en-US" smtClean="0"/>
              <a:t>8</a:t>
            </a:fld>
            <a:endParaRPr lang="en-US"/>
          </a:p>
        </p:txBody>
      </p:sp>
    </p:spTree>
    <p:extLst>
      <p:ext uri="{BB962C8B-B14F-4D97-AF65-F5344CB8AC3E}">
        <p14:creationId xmlns:p14="http://schemas.microsoft.com/office/powerpoint/2010/main" val="6170063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SynOps is Accenture’s AI-powered platform designed to run and reinvent business operations at scale. It integrates data, analytics, artificial intelligence, automation, and human expertise into a single orchestration layer that supports end-to-end operational execution. SynOps is widely used across managed services, business process outsourcing, and long-term operations engagements.
The platform enables intelligent automation by combining traditional robotic process automation with advanced analytics and generative AI agents. These capabilities allow SynOps to automate complex workflows, monitor operational performance in real time, and proactively identify issues before they impact outcomes. For example, SynOps can generate operational insights, draft performance narratives, and support decision-making in areas such as finance, supply chain, and customer operations.
A key differentiator of SynOps is its focus on outcomes rather than tasks. The platform is designed to align operational execution with business metrics such as cost reduction, accuracy, speed, and customer satisfaction. It also supports large-scale reuse of AI-enabled solutions across clients and industries, enabling Accenture to deliver consistent value at scale. By embedding generative AI and agentic capabilities, SynOps represents Accenture’s vision of AI-first, continuously optimized operations.</a:t>
            </a:r>
          </a:p>
        </p:txBody>
      </p:sp>
      <p:sp>
        <p:nvSpPr>
          <p:cNvPr id="4" name="Slide Number Placeholder 3"/>
          <p:cNvSpPr>
            <a:spLocks noGrp="1"/>
          </p:cNvSpPr>
          <p:nvPr>
            <p:ph type="sldNum" sz="quarter" idx="5"/>
          </p:nvPr>
        </p:nvSpPr>
        <p:spPr/>
        <p:txBody>
          <a:bodyPr/>
          <a:lstStyle/>
          <a:p>
            <a:fld id="{742E5B5A-C175-4C17-879C-A25F50F472D7}" type="slidenum">
              <a:rPr lang="en-US" smtClean="0"/>
              <a:t>9</a:t>
            </a:fld>
            <a:endParaRPr lang="en-US"/>
          </a:p>
        </p:txBody>
      </p:sp>
    </p:spTree>
    <p:extLst>
      <p:ext uri="{BB962C8B-B14F-4D97-AF65-F5344CB8AC3E}">
        <p14:creationId xmlns:p14="http://schemas.microsoft.com/office/powerpoint/2010/main" val="3514458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myNav for AI-Driven Transformation Decisions, AI Refinery as the Foundation for Agentic AI at Scale</a:t>
            </a:r>
          </a:p>
        </p:txBody>
      </p:sp>
      <p:sp>
        <p:nvSpPr>
          <p:cNvPr id="4" name="Slide Number Placeholder 3"/>
          <p:cNvSpPr>
            <a:spLocks noGrp="1"/>
          </p:cNvSpPr>
          <p:nvPr>
            <p:ph type="sldNum" sz="quarter" idx="5"/>
          </p:nvPr>
        </p:nvSpPr>
        <p:spPr/>
        <p:txBody>
          <a:bodyPr/>
          <a:lstStyle/>
          <a:p>
            <a:fld id="{742E5B5A-C175-4C17-879C-A25F50F472D7}" type="slidenum">
              <a:rPr lang="en-US" smtClean="0"/>
              <a:t>10</a:t>
            </a:fld>
            <a:endParaRPr lang="en-US"/>
          </a:p>
        </p:txBody>
      </p:sp>
    </p:spTree>
    <p:extLst>
      <p:ext uri="{BB962C8B-B14F-4D97-AF65-F5344CB8AC3E}">
        <p14:creationId xmlns:p14="http://schemas.microsoft.com/office/powerpoint/2010/main" val="3919799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a:t>
            </a:r>
            <a:r>
              <a:rPr lang="en-US" dirty="0" err="1"/>
              <a:t>myNav</a:t>
            </a:r>
            <a:r>
              <a:rPr lang="en-US" dirty="0"/>
              <a:t> is Accenture’s AI-driven platform for planning, simulating, and executing large-scale digital and cloud transformations. It is designed to support data-driven decision-making by analyzing complex environments, assessing risks, and modeling multiple transformation scenarios. </a:t>
            </a:r>
            <a:r>
              <a:rPr lang="en-US" dirty="0" err="1"/>
              <a:t>myNav</a:t>
            </a:r>
            <a:r>
              <a:rPr lang="en-US" dirty="0"/>
              <a:t> is commonly used during early phases of transformation to guide investment choices and roadmap prioritization.
The platform leverages AI and analytics to evaluate application landscapes, infrastructure readiness, and business constraints. By simulating different migration and modernization paths, </a:t>
            </a:r>
            <a:r>
              <a:rPr lang="en-US" dirty="0" err="1"/>
              <a:t>myNav</a:t>
            </a:r>
            <a:r>
              <a:rPr lang="en-US" dirty="0"/>
              <a:t> helps organizations understand cost, effort, risk, and timeline trade-offs. This allows leaders to make informed decisions rather than relying solely on assumptions or static assessments.
</a:t>
            </a:r>
            <a:r>
              <a:rPr lang="en-US" dirty="0" err="1"/>
              <a:t>myNav</a:t>
            </a:r>
            <a:r>
              <a:rPr lang="en-US" dirty="0"/>
              <a:t> also supports ongoing transformation governance by tracking progress against plans and adapting recommendations as conditions change. When used in conjunction with delivery platforms like GenWizard and operational platforms like SynOps, </a:t>
            </a:r>
            <a:r>
              <a:rPr lang="en-US" dirty="0" err="1"/>
              <a:t>myNav</a:t>
            </a:r>
            <a:r>
              <a:rPr lang="en-US" dirty="0"/>
              <a:t> helps ensure that strategic intent is translated into executable and measurable outcomes. Overall, </a:t>
            </a:r>
            <a:r>
              <a:rPr lang="en-US" dirty="0" err="1"/>
              <a:t>myNav</a:t>
            </a:r>
            <a:r>
              <a:rPr lang="en-US" dirty="0"/>
              <a:t> acts as the intelligence layer that connects strategy, planning, and execution within Accenture’s AI-enabled transformation ecosystem.</a:t>
            </a:r>
          </a:p>
        </p:txBody>
      </p:sp>
      <p:sp>
        <p:nvSpPr>
          <p:cNvPr id="4" name="Slide Number Placeholder 3"/>
          <p:cNvSpPr>
            <a:spLocks noGrp="1"/>
          </p:cNvSpPr>
          <p:nvPr>
            <p:ph type="sldNum" sz="quarter" idx="5"/>
          </p:nvPr>
        </p:nvSpPr>
        <p:spPr/>
        <p:txBody>
          <a:bodyPr/>
          <a:lstStyle/>
          <a:p>
            <a:fld id="{742E5B5A-C175-4C17-879C-A25F50F472D7}" type="slidenum">
              <a:rPr lang="en-US" smtClean="0"/>
              <a:t>11</a:t>
            </a:fld>
            <a:endParaRPr lang="en-US"/>
          </a:p>
        </p:txBody>
      </p:sp>
    </p:spTree>
    <p:extLst>
      <p:ext uri="{BB962C8B-B14F-4D97-AF65-F5344CB8AC3E}">
        <p14:creationId xmlns:p14="http://schemas.microsoft.com/office/powerpoint/2010/main" val="1105986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20120-E8BC-0A63-AE58-EE34A721D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E9625-0F84-D935-C145-ADD962D2FA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C31CE54-2793-9F71-0830-8B2474DA89B3}"/>
              </a:ext>
            </a:extLst>
          </p:cNvPr>
          <p:cNvSpPr>
            <a:spLocks noGrp="1"/>
          </p:cNvSpPr>
          <p:nvPr>
            <p:ph type="body" idx="1"/>
          </p:nvPr>
        </p:nvSpPr>
        <p:spPr/>
        <p:txBody>
          <a:bodyPr/>
          <a:lstStyle/>
          <a:p>
            <a:r>
              <a:rPr lang="en-US" dirty="0"/>
              <a:t>
AI Refinery is Accenture’s foundational platform for building, deploying, and scaling agentic AI solutions across the enterprise. It provides a comprehensive framework for orchestrating multiple AI agents, managing large language models, and governing AI behavior in line with enterprise standards. AI Refinery is designed to help organizations move beyond isolated AI use cases toward fully integrated, production-grade AI systems.
One of the platform’s key strengths is flexibility. AI Refinery supports multiple models and architectures, allowing teams to select or switch models based on performance, cost, and accuracy. It also provides shared memory, orchestration, and monitoring capabilities that enable agents to work together across complex workflows. This makes it suitable for advanced use cases such as intelligent decision support, autonomous process execution, and industry-specific AI solutions.
Governance is a central feature of AI Refinery. The platform includes controls for security, cost management, auditability, and Responsible AI compliance. This ensures that AI agents operate safely and transparently in enterprise environments. By serving as the backbone for Accenture’s most advanced AI implementations, AI Refinery enables scalable, trustworthy, and sustainable adoption of agentic AI across industries and functions.</a:t>
            </a:r>
          </a:p>
        </p:txBody>
      </p:sp>
      <p:sp>
        <p:nvSpPr>
          <p:cNvPr id="4" name="Slide Number Placeholder 3">
            <a:extLst>
              <a:ext uri="{FF2B5EF4-FFF2-40B4-BE49-F238E27FC236}">
                <a16:creationId xmlns:a16="http://schemas.microsoft.com/office/drawing/2014/main" id="{45F8079A-E988-5C63-DD63-C153F7258833}"/>
              </a:ext>
            </a:extLst>
          </p:cNvPr>
          <p:cNvSpPr>
            <a:spLocks noGrp="1"/>
          </p:cNvSpPr>
          <p:nvPr>
            <p:ph type="sldNum" sz="quarter" idx="5"/>
          </p:nvPr>
        </p:nvSpPr>
        <p:spPr/>
        <p:txBody>
          <a:bodyPr/>
          <a:lstStyle/>
          <a:p>
            <a:fld id="{742E5B5A-C175-4C17-879C-A25F50F472D7}" type="slidenum">
              <a:rPr lang="en-US" smtClean="0"/>
              <a:t>12</a:t>
            </a:fld>
            <a:endParaRPr lang="en-US"/>
          </a:p>
        </p:txBody>
      </p:sp>
    </p:spTree>
    <p:extLst>
      <p:ext uri="{BB962C8B-B14F-4D97-AF65-F5344CB8AC3E}">
        <p14:creationId xmlns:p14="http://schemas.microsoft.com/office/powerpoint/2010/main" val="5053253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2E5B5A-C175-4C17-879C-A25F50F472D7}" type="slidenum">
              <a:rPr lang="en-US" smtClean="0"/>
              <a:t>13</a:t>
            </a:fld>
            <a:endParaRPr lang="en-US"/>
          </a:p>
        </p:txBody>
      </p:sp>
    </p:spTree>
    <p:extLst>
      <p:ext uri="{BB962C8B-B14F-4D97-AF65-F5344CB8AC3E}">
        <p14:creationId xmlns:p14="http://schemas.microsoft.com/office/powerpoint/2010/main" val="460347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D1511-3A77-1717-4FCC-37B2DA189E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77F386-1052-A699-0156-7FFE5021A23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8A4FAC-570B-2A2D-5382-8C763A0BBD95}"/>
              </a:ext>
            </a:extLst>
          </p:cNvPr>
          <p:cNvSpPr>
            <a:spLocks noGrp="1"/>
          </p:cNvSpPr>
          <p:nvPr>
            <p:ph type="body" idx="1"/>
          </p:nvPr>
        </p:nvSpPr>
        <p:spPr/>
        <p:txBody>
          <a:bodyPr/>
          <a:lstStyle/>
          <a:p>
            <a:r>
              <a:rPr lang="en-US"/>
              <a:t>myNav for AI-Driven Transformation Decisions, AI Refinery as the Foundation for Agentic AI at Scale</a:t>
            </a:r>
          </a:p>
        </p:txBody>
      </p:sp>
      <p:sp>
        <p:nvSpPr>
          <p:cNvPr id="4" name="Slide Number Placeholder 3">
            <a:extLst>
              <a:ext uri="{FF2B5EF4-FFF2-40B4-BE49-F238E27FC236}">
                <a16:creationId xmlns:a16="http://schemas.microsoft.com/office/drawing/2014/main" id="{7B37F86F-EE4E-ECDE-E4AB-D2DC03757923}"/>
              </a:ext>
            </a:extLst>
          </p:cNvPr>
          <p:cNvSpPr>
            <a:spLocks noGrp="1"/>
          </p:cNvSpPr>
          <p:nvPr>
            <p:ph type="sldNum" sz="quarter" idx="5"/>
          </p:nvPr>
        </p:nvSpPr>
        <p:spPr/>
        <p:txBody>
          <a:bodyPr/>
          <a:lstStyle/>
          <a:p>
            <a:fld id="{742E5B5A-C175-4C17-879C-A25F50F472D7}" type="slidenum">
              <a:rPr lang="en-US" smtClean="0"/>
              <a:t>14</a:t>
            </a:fld>
            <a:endParaRPr lang="en-US"/>
          </a:p>
        </p:txBody>
      </p:sp>
    </p:spTree>
    <p:extLst>
      <p:ext uri="{BB962C8B-B14F-4D97-AF65-F5344CB8AC3E}">
        <p14:creationId xmlns:p14="http://schemas.microsoft.com/office/powerpoint/2010/main" val="3458056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75577-EC74-94F9-843F-2D62B91DB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3D5F5-3E90-810E-A178-3FCDB8150B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99A0A8-E370-0483-D3EA-C575649A522C}"/>
              </a:ext>
            </a:extLst>
          </p:cNvPr>
          <p:cNvSpPr>
            <a:spLocks noGrp="1"/>
          </p:cNvSpPr>
          <p:nvPr>
            <p:ph type="body" idx="1"/>
          </p:nvPr>
        </p:nvSpPr>
        <p:spPr/>
        <p:txBody>
          <a:bodyPr/>
          <a:lstStyle/>
          <a:p>
            <a:pPr fontAlgn="t"/>
            <a:r>
              <a:rPr lang="en-US" sz="1200" b="1" i="0" kern="1200" dirty="0">
                <a:solidFill>
                  <a:schemeClr val="tx1"/>
                </a:solidFill>
                <a:effectLst/>
                <a:latin typeface="+mn-lt"/>
                <a:ea typeface="+mn-ea"/>
                <a:cs typeface="+mn-cs"/>
              </a:rPr>
              <a:t>Benefits</a:t>
            </a:r>
          </a:p>
          <a:p>
            <a:pPr fontAlgn="t"/>
            <a:r>
              <a:rPr lang="en-US" sz="1200" b="0" i="0" kern="1200" dirty="0">
                <a:solidFill>
                  <a:schemeClr val="tx1"/>
                </a:solidFill>
                <a:effectLst/>
                <a:latin typeface="+mn-lt"/>
                <a:ea typeface="+mn-ea"/>
                <a:cs typeface="+mn-cs"/>
              </a:rPr>
              <a:t>✅ Faster development and review cycles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Reduced manual effort in coding and testing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Improved onboarding through code explanations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Consistent engineering practices using reusable AI prompts</a:t>
            </a:r>
          </a:p>
          <a:p>
            <a:pPr fontAlgn="t"/>
            <a:r>
              <a:rPr lang="en-US" sz="1200" b="1" i="0" kern="1200" dirty="0">
                <a:solidFill>
                  <a:schemeClr val="tx1"/>
                </a:solidFill>
                <a:effectLst/>
                <a:latin typeface="+mn-lt"/>
                <a:ea typeface="+mn-ea"/>
                <a:cs typeface="+mn-cs"/>
              </a:rPr>
              <a:t>Limitations</a:t>
            </a:r>
          </a:p>
          <a:p>
            <a:pPr fontAlgn="t"/>
            <a:r>
              <a:rPr lang="en-US" sz="1200" b="0" i="0" kern="1200" dirty="0">
                <a:solidFill>
                  <a:schemeClr val="tx1"/>
                </a:solidFill>
                <a:effectLst/>
                <a:latin typeface="+mn-lt"/>
                <a:ea typeface="+mn-ea"/>
                <a:cs typeface="+mn-cs"/>
              </a:rPr>
              <a:t>⚠️ AI-generated outputs require human validation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Limited understanding of deep legacy or domain‑specific logic</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Requires GitLab Premium/Ultimate with Duo add-on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Does not replace architectural, security, or QA ownership</a:t>
            </a:r>
          </a:p>
          <a:p>
            <a:endParaRPr lang="en-US" dirty="0"/>
          </a:p>
        </p:txBody>
      </p:sp>
      <p:sp>
        <p:nvSpPr>
          <p:cNvPr id="4" name="Slide Number Placeholder 3">
            <a:extLst>
              <a:ext uri="{FF2B5EF4-FFF2-40B4-BE49-F238E27FC236}">
                <a16:creationId xmlns:a16="http://schemas.microsoft.com/office/drawing/2014/main" id="{F2001813-CDE4-A321-9C2F-BDC46A28D262}"/>
              </a:ext>
            </a:extLst>
          </p:cNvPr>
          <p:cNvSpPr>
            <a:spLocks noGrp="1"/>
          </p:cNvSpPr>
          <p:nvPr>
            <p:ph type="sldNum" sz="quarter" idx="5"/>
          </p:nvPr>
        </p:nvSpPr>
        <p:spPr/>
        <p:txBody>
          <a:bodyPr/>
          <a:lstStyle/>
          <a:p>
            <a:fld id="{742E5B5A-C175-4C17-879C-A25F50F472D7}" type="slidenum">
              <a:rPr lang="en-US" smtClean="0"/>
              <a:t>15</a:t>
            </a:fld>
            <a:endParaRPr lang="en-US"/>
          </a:p>
        </p:txBody>
      </p:sp>
    </p:spTree>
    <p:extLst>
      <p:ext uri="{BB962C8B-B14F-4D97-AF65-F5344CB8AC3E}">
        <p14:creationId xmlns:p14="http://schemas.microsoft.com/office/powerpoint/2010/main" val="1389108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722D-0F9D-89F0-3220-A36D5F51A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4B147-D144-F5DF-FE2E-E17F103997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D363AB-AC57-F8B4-5755-5C50BB549C9A}"/>
              </a:ext>
            </a:extLst>
          </p:cNvPr>
          <p:cNvSpPr>
            <a:spLocks noGrp="1"/>
          </p:cNvSpPr>
          <p:nvPr>
            <p:ph type="body" idx="1"/>
          </p:nvPr>
        </p:nvSpPr>
        <p:spPr/>
        <p:txBody>
          <a:bodyPr/>
          <a:lstStyle/>
          <a:p>
            <a:r>
              <a:rPr lang="en-US" dirty="0"/>
              <a:t>Barclays is using Microsoft Copilot to help teams work more efficiently across functions</a:t>
            </a:r>
          </a:p>
          <a:p>
            <a:r>
              <a:rPr lang="en-US" dirty="0"/>
              <a:t>Supports drafting documents, analyzing data, summarizing meetings, and streamlining everyday tasks</a:t>
            </a:r>
          </a:p>
          <a:p>
            <a:r>
              <a:rPr lang="en-US" dirty="0"/>
              <a:t>Aligned with Barclays’ approach to scaling GenAI safely and securely</a:t>
            </a:r>
          </a:p>
          <a:p>
            <a:endParaRPr lang="en-US" dirty="0"/>
          </a:p>
        </p:txBody>
      </p:sp>
      <p:sp>
        <p:nvSpPr>
          <p:cNvPr id="4" name="Slide Number Placeholder 3">
            <a:extLst>
              <a:ext uri="{FF2B5EF4-FFF2-40B4-BE49-F238E27FC236}">
                <a16:creationId xmlns:a16="http://schemas.microsoft.com/office/drawing/2014/main" id="{7D6FCF84-95BF-02B3-9AEB-5E55117A6C10}"/>
              </a:ext>
            </a:extLst>
          </p:cNvPr>
          <p:cNvSpPr>
            <a:spLocks noGrp="1"/>
          </p:cNvSpPr>
          <p:nvPr>
            <p:ph type="sldNum" sz="quarter" idx="5"/>
          </p:nvPr>
        </p:nvSpPr>
        <p:spPr/>
        <p:txBody>
          <a:bodyPr/>
          <a:lstStyle/>
          <a:p>
            <a:fld id="{742E5B5A-C175-4C17-879C-A25F50F472D7}" type="slidenum">
              <a:rPr lang="en-US" smtClean="0"/>
              <a:t>16</a:t>
            </a:fld>
            <a:endParaRPr lang="en-US"/>
          </a:p>
        </p:txBody>
      </p:sp>
    </p:spTree>
    <p:extLst>
      <p:ext uri="{BB962C8B-B14F-4D97-AF65-F5344CB8AC3E}">
        <p14:creationId xmlns:p14="http://schemas.microsoft.com/office/powerpoint/2010/main" val="178001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D165D-B303-6095-2A5B-F2955151C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2E47E-AAFE-8887-9F12-DD2CB1A02AF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ECDD4D6-F0D0-67A8-78EF-32AB6ACC3F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AEB387-5B10-F208-3DF8-8168A4274527}"/>
              </a:ext>
            </a:extLst>
          </p:cNvPr>
          <p:cNvSpPr>
            <a:spLocks noGrp="1"/>
          </p:cNvSpPr>
          <p:nvPr>
            <p:ph type="sldNum" sz="quarter" idx="5"/>
          </p:nvPr>
        </p:nvSpPr>
        <p:spPr/>
        <p:txBody>
          <a:bodyPr/>
          <a:lstStyle/>
          <a:p>
            <a:fld id="{742E5B5A-C175-4C17-879C-A25F50F472D7}" type="slidenum">
              <a:rPr lang="en-US" smtClean="0"/>
              <a:t>17</a:t>
            </a:fld>
            <a:endParaRPr lang="en-US"/>
          </a:p>
        </p:txBody>
      </p:sp>
    </p:spTree>
    <p:extLst>
      <p:ext uri="{BB962C8B-B14F-4D97-AF65-F5344CB8AC3E}">
        <p14:creationId xmlns:p14="http://schemas.microsoft.com/office/powerpoint/2010/main" val="1929658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1865E-7793-03D3-1D7B-034B04031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0B32E-621D-D460-1908-7DA731C4A5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A2D225-52CA-5079-E33B-4F5CA1EA9A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2ABF88-9F29-B8F8-07B8-76C625E2C160}"/>
              </a:ext>
            </a:extLst>
          </p:cNvPr>
          <p:cNvSpPr>
            <a:spLocks noGrp="1"/>
          </p:cNvSpPr>
          <p:nvPr>
            <p:ph type="sldNum" sz="quarter" idx="5"/>
          </p:nvPr>
        </p:nvSpPr>
        <p:spPr/>
        <p:txBody>
          <a:bodyPr/>
          <a:lstStyle/>
          <a:p>
            <a:fld id="{742E5B5A-C175-4C17-879C-A25F50F472D7}" type="slidenum">
              <a:rPr lang="en-US" smtClean="0"/>
              <a:t>18</a:t>
            </a:fld>
            <a:endParaRPr lang="en-US"/>
          </a:p>
        </p:txBody>
      </p:sp>
    </p:spTree>
    <p:extLst>
      <p:ext uri="{BB962C8B-B14F-4D97-AF65-F5344CB8AC3E}">
        <p14:creationId xmlns:p14="http://schemas.microsoft.com/office/powerpoint/2010/main" val="2847828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74366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7129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dirty="0"/>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10/29/2026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84787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37195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47252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10/29/2026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222400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75303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dirty="0"/>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10/29/2026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5302303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dirty="0"/>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10/29/2026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117004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dirty="0"/>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10/29/2026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88038691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10/29/2026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744259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430262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991402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10/29/2026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780051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10/29/2026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99343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10/29/2026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51338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10/29/2026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8723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10/29/2026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dirty="0"/>
              <a:t>Click to edit Master text styles</a:t>
            </a:r>
          </a:p>
          <a:p>
            <a:pPr marL="228600" lvl="1" indent="-228600"/>
            <a:r>
              <a:rPr lang="en-US" dirty="0"/>
              <a:t>Second level</a:t>
            </a:r>
          </a:p>
          <a:p>
            <a:pPr marL="228600" lvl="2" indent="-228600"/>
            <a:r>
              <a:rPr lang="en-US" dirty="0"/>
              <a:t>Third level</a:t>
            </a:r>
          </a:p>
          <a:p>
            <a:pPr marL="228600" lvl="3" indent="-228600"/>
            <a:r>
              <a:rPr lang="en-US" dirty="0"/>
              <a:t>Fourth level</a:t>
            </a:r>
          </a:p>
          <a:p>
            <a:pPr marL="228600" lvl="4" indent="-228600"/>
            <a:r>
              <a:rPr lang="en-US" dirty="0"/>
              <a:t>Fifth level</a:t>
            </a:r>
          </a:p>
        </p:txBody>
      </p:sp>
    </p:spTree>
    <p:extLst>
      <p:ext uri="{BB962C8B-B14F-4D97-AF65-F5344CB8AC3E}">
        <p14:creationId xmlns:p14="http://schemas.microsoft.com/office/powerpoint/2010/main" val="687031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0158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8896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10/29/2026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9351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66498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10/29/2026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66005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79987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22496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10/29/2026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76255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574308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7289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853582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dirty="0"/>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07995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99711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732533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71343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6824980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dirty="0"/>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408604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8708538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3101644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52135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7517433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09260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5771676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3712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899375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dirty="0"/>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10/29/2026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24071668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dirty="0"/>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10/29/2026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dirty="0"/>
              <a:t>##%</a:t>
            </a:r>
          </a:p>
        </p:txBody>
      </p:sp>
    </p:spTree>
    <p:extLst>
      <p:ext uri="{BB962C8B-B14F-4D97-AF65-F5344CB8AC3E}">
        <p14:creationId xmlns:p14="http://schemas.microsoft.com/office/powerpoint/2010/main" val="76713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10/29/2026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dirty="0"/>
              <a:t>##%</a:t>
            </a:r>
          </a:p>
        </p:txBody>
      </p:sp>
    </p:spTree>
    <p:extLst>
      <p:ext uri="{BB962C8B-B14F-4D97-AF65-F5344CB8AC3E}">
        <p14:creationId xmlns:p14="http://schemas.microsoft.com/office/powerpoint/2010/main" val="29976010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10/29/2026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4800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10/29/2026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3627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10/29/2026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257941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10/29/2026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306026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10/29/2026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5703295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10/29/2026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7570672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10/29/2026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969310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10/29/2026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758923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10/29/2026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230738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6423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10/29/2026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09838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10/29/2026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1867294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10/29/2026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2879325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10/29/2026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98671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10/29/2026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324753067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09825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82030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757543891"/>
      </p:ext>
    </p:extLst>
  </p:cSld>
  <p:clrMapOvr>
    <a:masterClrMapping/>
  </p:clrMapOvr>
  <p:hf hdr="0"/>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596621291"/>
      </p:ext>
    </p:extLst>
  </p:cSld>
  <p:clrMapOvr>
    <a:masterClrMapping/>
  </p:clrMapOvr>
  <p:hf hdr="0"/>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388612546"/>
      </p:ext>
    </p:extLst>
  </p:cSld>
  <p:clrMapOvr>
    <a:masterClrMapping/>
  </p:clrMapOvr>
  <p:hf hdr="0"/>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88AF9F-2338-4040-A485-373B8EC8151E}" type="datetime1">
              <a:rPr lang="en-US" smtClean="0"/>
              <a:pPr/>
              <a:t>10/29/2026</a:t>
            </a:fld>
            <a:endParaRPr lang="en-US" dirty="0"/>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2905489591"/>
      </p:ext>
    </p:extLst>
  </p:cSld>
  <p:clrMapOvr>
    <a:masterClrMapping/>
  </p:clrMapOvr>
  <p:hf hdr="0"/>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88AF9F-2338-4040-A485-373B8EC8151E}" type="datetime1">
              <a:rPr lang="en-US" smtClean="0"/>
              <a:pPr/>
              <a:t>10/29/2026</a:t>
            </a:fld>
            <a:endParaRPr lang="en-US" dirty="0"/>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725209370"/>
      </p:ext>
    </p:extLst>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9AFCF02-D35E-46A4-B7A1-1A2B81F8D932}" type="datetime1">
              <a:rPr lang="en-US" smtClean="0"/>
              <a:pPr/>
              <a:t>10/29/2026</a:t>
            </a:fld>
            <a:endParaRPr lang="en-US"/>
          </a:p>
        </p:txBody>
      </p:sp>
      <p:sp>
        <p:nvSpPr>
          <p:cNvPr id="5" name="Footer Placeholder 3"/>
          <p:cNvSpPr>
            <a:spLocks noGrp="1"/>
          </p:cNvSpPr>
          <p:nvPr>
            <p:ph type="ftr" sz="quarter" idx="11"/>
          </p:nvPr>
        </p:nvSpPr>
        <p:spPr/>
        <p:txBody>
          <a:bodyPr/>
          <a:lstStyle/>
          <a:p>
            <a:r>
              <a:rPr lang="en-US"/>
              <a:t>Sample Footer Text</a:t>
            </a:r>
          </a:p>
        </p:txBody>
      </p:sp>
      <p:sp>
        <p:nvSpPr>
          <p:cNvPr id="6" name="Slide Number Placeholder 4"/>
          <p:cNvSpPr>
            <a:spLocks noGrp="1"/>
          </p:cNvSpPr>
          <p:nvPr>
            <p:ph type="sldNum" sz="quarter" idx="12"/>
          </p:nvPr>
        </p:nvSpPr>
        <p:spPr/>
        <p:txBody>
          <a:bodyPr/>
          <a:lstStyle/>
          <a:p>
            <a:fld id="{8E274F5D-21DC-40EF-8DBA-AB9BB119E939}" type="slidenum">
              <a:rPr lang="en-US" smtClean="0"/>
              <a:pPr/>
              <a:t>‹#›</a:t>
            </a:fld>
            <a:endParaRPr lang="en-US"/>
          </a:p>
        </p:txBody>
      </p:sp>
    </p:spTree>
    <p:extLst>
      <p:ext uri="{BB962C8B-B14F-4D97-AF65-F5344CB8AC3E}">
        <p14:creationId xmlns:p14="http://schemas.microsoft.com/office/powerpoint/2010/main" val="47632137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2"/>
          <p:cNvSpPr>
            <a:spLocks noGrp="1"/>
          </p:cNvSpPr>
          <p:nvPr>
            <p:ph type="ftr" sz="quarter" idx="11"/>
          </p:nvPr>
        </p:nvSpPr>
        <p:spPr/>
        <p:txBody>
          <a:bodyPr/>
          <a:lstStyle/>
          <a:p>
            <a:r>
              <a:rPr lang="en-US"/>
              <a:t>Sample Footer Text</a:t>
            </a:r>
          </a:p>
        </p:txBody>
      </p:sp>
      <p:sp>
        <p:nvSpPr>
          <p:cNvPr id="6" name="Slide Number Placeholder 3"/>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862046264"/>
      </p:ext>
    </p:extLst>
  </p:cSld>
  <p:clrMapOvr>
    <a:masterClrMapping/>
  </p:clrMapOvr>
  <p:hf hdr="0"/>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1495C13-5B9F-4AD1-A2E2-FB0B577AF6CA}" type="datetime1">
              <a:rPr lang="en-US" smtClean="0"/>
              <a:pPr/>
              <a:t>10/29/2026</a:t>
            </a:fld>
            <a:endParaRPr lang="en-US"/>
          </a:p>
        </p:txBody>
      </p:sp>
      <p:sp>
        <p:nvSpPr>
          <p:cNvPr id="5" name="Footer Placeholder 5"/>
          <p:cNvSpPr>
            <a:spLocks noGrp="1"/>
          </p:cNvSpPr>
          <p:nvPr>
            <p:ph type="ftr" sz="quarter" idx="11"/>
          </p:nvPr>
        </p:nvSpPr>
        <p:spPr/>
        <p:txBody>
          <a:bodyPr/>
          <a:lstStyle/>
          <a:p>
            <a:r>
              <a:rPr lang="en-US"/>
              <a:t>Sample Footer Text</a:t>
            </a:r>
          </a:p>
        </p:txBody>
      </p:sp>
      <p:sp>
        <p:nvSpPr>
          <p:cNvPr id="6" name="Slide Number Placeholder 6"/>
          <p:cNvSpPr>
            <a:spLocks noGrp="1"/>
          </p:cNvSpPr>
          <p:nvPr>
            <p:ph type="sldNum" sz="quarter" idx="12"/>
          </p:nvPr>
        </p:nvSpPr>
        <p:spPr/>
        <p:txBody>
          <a:bodyPr/>
          <a:lstStyle/>
          <a:p>
            <a:fld id="{8E274F5D-21DC-40EF-8DBA-AB9BB119E939}" type="slidenum">
              <a:rPr lang="en-US" smtClean="0"/>
              <a:pPr/>
              <a:t>‹#›</a:t>
            </a:fld>
            <a:endParaRPr lang="en-US"/>
          </a:p>
        </p:txBody>
      </p:sp>
    </p:spTree>
    <p:extLst>
      <p:ext uri="{BB962C8B-B14F-4D97-AF65-F5344CB8AC3E}">
        <p14:creationId xmlns:p14="http://schemas.microsoft.com/office/powerpoint/2010/main" val="231323468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189146-EED2-4B95-95A3-EC3C7CBF180D}" type="datetime1">
              <a:rPr lang="en-US" smtClean="0"/>
              <a:pPr/>
              <a:t>10/29/2026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pPr/>
              <a:t>‹#›</a:t>
            </a:fld>
            <a:endParaRPr lang="en-US"/>
          </a:p>
        </p:txBody>
      </p:sp>
    </p:spTree>
    <p:extLst>
      <p:ext uri="{BB962C8B-B14F-4D97-AF65-F5344CB8AC3E}">
        <p14:creationId xmlns:p14="http://schemas.microsoft.com/office/powerpoint/2010/main" val="339095807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88AF9F-2338-4040-A485-373B8EC8151E}" type="datetime1">
              <a:rPr lang="en-US" smtClean="0"/>
              <a:pPr/>
              <a:t>10/29/2026</a:t>
            </a:fld>
            <a:endParaRPr lang="en-US" dirty="0"/>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451644165"/>
      </p:ext>
    </p:extLst>
  </p:cSld>
  <p:clrMapOvr>
    <a:masterClrMapping/>
  </p:clrMapOvr>
  <p:hf hdr="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789776813"/>
      </p:ext>
    </p:extLst>
  </p:cSld>
  <p:clrMapOvr>
    <a:masterClrMapping/>
  </p:clrMapOvr>
  <p:hf hdr="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32636783"/>
      </p:ext>
    </p:extLst>
  </p:cSld>
  <p:clrMapOvr>
    <a:masterClrMapping/>
  </p:clrMapOvr>
  <p:hf hdr="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480796221"/>
      </p:ext>
    </p:extLst>
  </p:cSld>
  <p:clrMapOvr>
    <a:masterClrMapping/>
  </p:clrMapOvr>
  <p:hf hdr="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4257908583"/>
      </p:ext>
    </p:extLst>
  </p:cSld>
  <p:clrMapOvr>
    <a:masterClrMapping/>
  </p:clrMapOvr>
  <p:hf hdr="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4"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993019824"/>
      </p:ext>
    </p:extLst>
  </p:cSld>
  <p:clrMapOvr>
    <a:masterClrMapping/>
  </p:clrMapOvr>
  <p:hf hdr="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557675915"/>
      </p:ext>
    </p:extLst>
  </p:cSld>
  <p:clrMapOvr>
    <a:masterClrMapping/>
  </p:clrMapOvr>
  <p:hf hdr="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88AF9F-2338-4040-A485-373B8EC8151E}" type="datetime1">
              <a:rPr lang="en-US" smtClean="0"/>
              <a:pPr/>
              <a:t>10/29/2026</a:t>
            </a:fld>
            <a:endParaRPr lang="en-US" dirty="0"/>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00146503"/>
      </p:ext>
    </p:extLst>
  </p:cSld>
  <p:clrMapOvr>
    <a:masterClrMapping/>
  </p:clrMapOvr>
  <p:hf hdr="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75931241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10/29/2026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0679619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10/29/2026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436495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18" Type="http://schemas.openxmlformats.org/officeDocument/2006/relationships/slideLayout" Target="../slideLayouts/slideLayout81.xml"/><Relationship Id="rId3" Type="http://schemas.openxmlformats.org/officeDocument/2006/relationships/slideLayout" Target="../slideLayouts/slideLayout66.xml"/><Relationship Id="rId21" Type="http://schemas.openxmlformats.org/officeDocument/2006/relationships/theme" Target="../theme/theme2.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5" Type="http://schemas.openxmlformats.org/officeDocument/2006/relationships/image" Target="../media/image26.png"/><Relationship Id="rId2" Type="http://schemas.openxmlformats.org/officeDocument/2006/relationships/slideLayout" Target="../slideLayouts/slideLayout65.xml"/><Relationship Id="rId16" Type="http://schemas.openxmlformats.org/officeDocument/2006/relationships/slideLayout" Target="../slideLayouts/slideLayout79.xml"/><Relationship Id="rId20" Type="http://schemas.openxmlformats.org/officeDocument/2006/relationships/slideLayout" Target="../slideLayouts/slideLayout83.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image" Target="../media/image25.png"/><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image" Target="../media/image24.png"/><Relationship Id="rId10" Type="http://schemas.openxmlformats.org/officeDocument/2006/relationships/slideLayout" Target="../slideLayouts/slideLayout73.xml"/><Relationship Id="rId19" Type="http://schemas.openxmlformats.org/officeDocument/2006/relationships/slideLayout" Target="../slideLayouts/slideLayout82.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image" Target="../media/image2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10/29/2026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989359972"/>
      </p:ext>
    </p:extLst>
  </p:cSld>
  <p:clrMap bg1="dk1" tx1="lt1" bg2="dk2" tx2="lt2" accent1="accent1" accent2="accent2" accent3="accent3" accent4="accent4" accent5="accent5" accent6="accent6" hlink="hlink" folHlink="folHlink"/>
  <p:sldLayoutIdLst>
    <p:sldLayoutId id="2147483656" r:id="rId1"/>
    <p:sldLayoutId id="2147483652" r:id="rId2"/>
    <p:sldLayoutId id="2147483733" r:id="rId3"/>
    <p:sldLayoutId id="2147483657" r:id="rId4"/>
    <p:sldLayoutId id="2147483744" r:id="rId5"/>
    <p:sldLayoutId id="2147483658" r:id="rId6"/>
    <p:sldLayoutId id="2147483732" r:id="rId7"/>
    <p:sldLayoutId id="2147483741" r:id="rId8"/>
    <p:sldLayoutId id="2147483760" r:id="rId9"/>
    <p:sldLayoutId id="2147483745" r:id="rId10"/>
    <p:sldLayoutId id="2147483654" r:id="rId11"/>
    <p:sldLayoutId id="2147483759" r:id="rId12"/>
    <p:sldLayoutId id="2147483707" r:id="rId13"/>
    <p:sldLayoutId id="2147483659" r:id="rId14"/>
    <p:sldLayoutId id="2147483764" r:id="rId15"/>
    <p:sldLayoutId id="2147483660" r:id="rId16"/>
    <p:sldLayoutId id="2147483765" r:id="rId17"/>
    <p:sldLayoutId id="2147483661" r:id="rId18"/>
    <p:sldLayoutId id="2147483662" r:id="rId19"/>
    <p:sldLayoutId id="2147483742" r:id="rId20"/>
    <p:sldLayoutId id="2147483746" r:id="rId21"/>
    <p:sldLayoutId id="2147483664" r:id="rId22"/>
    <p:sldLayoutId id="2147483663" r:id="rId23"/>
    <p:sldLayoutId id="2147483743" r:id="rId24"/>
    <p:sldLayoutId id="2147483666" r:id="rId25"/>
    <p:sldLayoutId id="2147483769" r:id="rId26"/>
    <p:sldLayoutId id="2147483676" r:id="rId27"/>
    <p:sldLayoutId id="2147483758" r:id="rId28"/>
    <p:sldLayoutId id="2147483680" r:id="rId29"/>
    <p:sldLayoutId id="2147483734" r:id="rId30"/>
    <p:sldLayoutId id="2147483671" r:id="rId31"/>
    <p:sldLayoutId id="2147483751" r:id="rId32"/>
    <p:sldLayoutId id="2147483675" r:id="rId33"/>
    <p:sldLayoutId id="2147483703" r:id="rId34"/>
    <p:sldLayoutId id="2147483752" r:id="rId35"/>
    <p:sldLayoutId id="2147483737" r:id="rId36"/>
    <p:sldLayoutId id="2147483753" r:id="rId37"/>
    <p:sldLayoutId id="2147483674" r:id="rId38"/>
    <p:sldLayoutId id="2147483702" r:id="rId39"/>
    <p:sldLayoutId id="2147483670" r:id="rId40"/>
    <p:sldLayoutId id="2147483735" r:id="rId41"/>
    <p:sldLayoutId id="2147483669" r:id="rId42"/>
    <p:sldLayoutId id="2147483682" r:id="rId43"/>
    <p:sldLayoutId id="2147483719" r:id="rId44"/>
    <p:sldLayoutId id="2147483686" r:id="rId45"/>
    <p:sldLayoutId id="2147483720" r:id="rId46"/>
    <p:sldLayoutId id="2147483768" r:id="rId47"/>
    <p:sldLayoutId id="2147483710" r:id="rId48"/>
    <p:sldLayoutId id="2147483729" r:id="rId49"/>
    <p:sldLayoutId id="2147483730" r:id="rId50"/>
    <p:sldLayoutId id="2147483713" r:id="rId51"/>
    <p:sldLayoutId id="2147483693" r:id="rId52"/>
    <p:sldLayoutId id="2147483690" r:id="rId53"/>
    <p:sldLayoutId id="2147483726" r:id="rId54"/>
    <p:sldLayoutId id="2147483691" r:id="rId55"/>
    <p:sldLayoutId id="2147483694" r:id="rId56"/>
    <p:sldLayoutId id="2147483695" r:id="rId57"/>
    <p:sldLayoutId id="2147483696" r:id="rId58"/>
    <p:sldLayoutId id="2147483697" r:id="rId59"/>
    <p:sldLayoutId id="2147483698" r:id="rId60"/>
    <p:sldLayoutId id="2147483699" r:id="rId61"/>
    <p:sldLayoutId id="2147483700" r:id="rId62"/>
    <p:sldLayoutId id="2147483701"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288AF9F-2338-4040-A485-373B8EC8151E}" type="datetime1">
              <a:rPr lang="en-US" smtClean="0"/>
              <a:pPr/>
              <a:t>10/29/2026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Sample Footer Text</a:t>
            </a: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651601807"/>
      </p:ext>
    </p:extLst>
  </p:cSld>
  <p:clrMap bg1="dk1" tx1="lt1" bg2="dk2" tx2="lt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 id="2147483789" r:id="rId19"/>
    <p:sldLayoutId id="2147483790" r:id="rId20"/>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64">
          <p15:clr>
            <a:srgbClr val="F26B43"/>
          </p15:clr>
        </p15:guide>
        <p15:guide id="2" orient="horz" pos="264">
          <p15:clr>
            <a:srgbClr val="F26B43"/>
          </p15:clr>
        </p15:guide>
        <p15:guide id="3" pos="7416">
          <p15:clr>
            <a:srgbClr val="F26B43"/>
          </p15:clr>
        </p15:guide>
        <p15:guide id="4" pos="4632">
          <p15:clr>
            <a:srgbClr val="F26B43"/>
          </p15:clr>
        </p15:guide>
        <p15:guide id="5" pos="5544">
          <p15:clr>
            <a:srgbClr val="F26B43"/>
          </p15:clr>
        </p15:guide>
        <p15:guide id="6" pos="2784">
          <p15:clr>
            <a:srgbClr val="F26B43"/>
          </p15:clr>
        </p15:guide>
        <p15:guide id="7" pos="3048">
          <p15:clr>
            <a:srgbClr val="F26B43"/>
          </p15:clr>
        </p15:guide>
        <p15:guide id="8" pos="3960">
          <p15:clr>
            <a:srgbClr val="F26B43"/>
          </p15:clr>
        </p15:guide>
        <p15:guide id="9" pos="1176">
          <p15:clr>
            <a:srgbClr val="F26B43"/>
          </p15:clr>
        </p15:guide>
        <p15:guide id="10" pos="912">
          <p15:clr>
            <a:srgbClr val="F26B43"/>
          </p15:clr>
        </p15:guide>
        <p15:guide id="11" pos="3696">
          <p15:clr>
            <a:srgbClr val="F26B43"/>
          </p15:clr>
        </p15:guide>
        <p15:guide id="12" pos="1848">
          <p15:clr>
            <a:srgbClr val="F26B43"/>
          </p15:clr>
        </p15:guide>
        <p15:guide id="13" pos="2112">
          <p15:clr>
            <a:srgbClr val="F26B43"/>
          </p15:clr>
        </p15:guide>
        <p15:guide id="14" pos="6528">
          <p15:clr>
            <a:srgbClr val="F26B43"/>
          </p15:clr>
        </p15:guide>
        <p15:guide id="15" pos="6744">
          <p15:clr>
            <a:srgbClr val="F26B43"/>
          </p15:clr>
        </p15:guide>
        <p15:guide id="16"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83.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8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xml"/><Relationship Id="rId1" Type="http://schemas.openxmlformats.org/officeDocument/2006/relationships/slideLayout" Target="../slideLayouts/slideLayout83.xml"/></Relationships>
</file>

<file path=ppt/slides/_rels/slide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xml"/><Relationship Id="rId1" Type="http://schemas.openxmlformats.org/officeDocument/2006/relationships/slideLayout" Target="../slideLayouts/slideLayout83.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8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83.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8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xml"/><Relationship Id="rId1" Type="http://schemas.openxmlformats.org/officeDocument/2006/relationships/slideLayout" Target="../slideLayouts/slideLayout83.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8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1.xml"/><Relationship Id="rId1" Type="http://schemas.openxmlformats.org/officeDocument/2006/relationships/slideLayout" Target="../slideLayouts/slideLayout83.xml"/></Relationships>
</file>

<file path=ppt/slides/_rels/slide1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2.xml"/><Relationship Id="rId1" Type="http://schemas.openxmlformats.org/officeDocument/2006/relationships/slideLayout" Target="../slideLayouts/slideLayout8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5.xml"/><Relationship Id="rId1" Type="http://schemas.openxmlformats.org/officeDocument/2006/relationships/slideLayout" Target="../slideLayouts/slideLayout83.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6.xml"/><Relationship Id="rId1" Type="http://schemas.openxmlformats.org/officeDocument/2006/relationships/slideLayout" Target="../slideLayouts/slideLayout83.xml"/></Relationships>
</file>

<file path=ppt/slides/_rels/slide1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7.xml"/><Relationship Id="rId1" Type="http://schemas.openxmlformats.org/officeDocument/2006/relationships/slideLayout" Target="../slideLayouts/slideLayout8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A82B-BB19-1A96-9341-C0C059BC59DC}"/>
              </a:ext>
            </a:extLst>
          </p:cNvPr>
          <p:cNvSpPr>
            <a:spLocks noGrp="1"/>
          </p:cNvSpPr>
          <p:nvPr>
            <p:ph type="ctrTitle"/>
          </p:nvPr>
        </p:nvSpPr>
        <p:spPr/>
        <p:txBody>
          <a:bodyPr anchor="t">
            <a:normAutofit fontScale="90000"/>
          </a:bodyPr>
          <a:lstStyle/>
          <a:p>
            <a:r>
              <a:rPr lang="en-US" dirty="0"/>
              <a:t>Artificial Intelligence Tools</a:t>
            </a:r>
          </a:p>
        </p:txBody>
      </p:sp>
      <p:sp>
        <p:nvSpPr>
          <p:cNvPr id="3" name="Subtitle 2">
            <a:extLst>
              <a:ext uri="{FF2B5EF4-FFF2-40B4-BE49-F238E27FC236}">
                <a16:creationId xmlns:a16="http://schemas.microsoft.com/office/drawing/2014/main" id="{3AFA10E2-0D0A-2BB8-CBED-28A20255F1EB}"/>
              </a:ext>
            </a:extLst>
          </p:cNvPr>
          <p:cNvSpPr>
            <a:spLocks noGrp="1"/>
          </p:cNvSpPr>
          <p:nvPr>
            <p:ph type="subTitle" idx="1"/>
          </p:nvPr>
        </p:nvSpPr>
        <p:spPr>
          <a:xfrm>
            <a:off x="9235224" y="5287968"/>
            <a:ext cx="2724238" cy="420220"/>
          </a:xfrm>
        </p:spPr>
        <p:txBody>
          <a:bodyPr anchor="t">
            <a:noAutofit/>
          </a:bodyPr>
          <a:lstStyle/>
          <a:p>
            <a:r>
              <a:rPr lang="en-US" sz="1800" b="1" dirty="0"/>
              <a:t>By-</a:t>
            </a:r>
          </a:p>
          <a:p>
            <a:r>
              <a:rPr lang="en-US" sz="1800" b="1" dirty="0"/>
              <a:t>Yamini Khisti</a:t>
            </a:r>
          </a:p>
        </p:txBody>
      </p:sp>
      <p:sp>
        <p:nvSpPr>
          <p:cNvPr id="5" name="Date Placeholder 4">
            <a:extLst>
              <a:ext uri="{FF2B5EF4-FFF2-40B4-BE49-F238E27FC236}">
                <a16:creationId xmlns:a16="http://schemas.microsoft.com/office/drawing/2014/main" id="{26B3579C-1D7B-F844-803E-C00A716EAE7F}"/>
              </a:ext>
            </a:extLst>
          </p:cNvPr>
          <p:cNvSpPr>
            <a:spLocks noGrp="1"/>
          </p:cNvSpPr>
          <p:nvPr>
            <p:ph type="dt" sz="half" idx="10"/>
          </p:nvPr>
        </p:nvSpPr>
        <p:spPr/>
        <p:txBody>
          <a:bodyPr anchor="ctr">
            <a:normAutofit/>
          </a:bodyPr>
          <a:lstStyle/>
          <a:p>
            <a:pPr>
              <a:spcAft>
                <a:spcPts val="600"/>
              </a:spcAft>
            </a:pPr>
            <a:fld id="{21359139-99F8-4B6E-8834-95F2B9D91EE4}" type="datetime1">
              <a:rPr lang="en-US" sz="1200" smtClean="0"/>
              <a:pPr>
                <a:spcAft>
                  <a:spcPts val="600"/>
                </a:spcAft>
              </a:pPr>
              <a:t>10/29/2026</a:t>
            </a:fld>
            <a:endParaRPr lang="en-US" dirty="0"/>
          </a:p>
        </p:txBody>
      </p:sp>
      <p:pic>
        <p:nvPicPr>
          <p:cNvPr id="7" name="Picture 6" descr="Abstract blockchain network background">
            <a:extLst>
              <a:ext uri="{FF2B5EF4-FFF2-40B4-BE49-F238E27FC236}">
                <a16:creationId xmlns:a16="http://schemas.microsoft.com/office/drawing/2014/main" id="{4DBF7D59-84A9-4873-AB23-1719F8A90FDD}"/>
              </a:ext>
            </a:extLst>
          </p:cNvPr>
          <p:cNvPicPr>
            <a:picLocks noChangeAspect="1"/>
          </p:cNvPicPr>
          <p:nvPr/>
        </p:nvPicPr>
        <p:blipFill>
          <a:blip r:embed="rId3"/>
          <a:srcRect t="15377" r="1" b="11929"/>
          <a:stretch>
            <a:fillRect/>
          </a:stretch>
        </p:blipFill>
        <p:spPr>
          <a:xfrm>
            <a:off x="1866900" y="10"/>
            <a:ext cx="10325100" cy="4653639"/>
          </a:xfrm>
          <a:prstGeom prst="rect">
            <a:avLst/>
          </a:prstGeom>
        </p:spPr>
      </p:pic>
    </p:spTree>
    <p:extLst>
      <p:ext uri="{BB962C8B-B14F-4D97-AF65-F5344CB8AC3E}">
        <p14:creationId xmlns:p14="http://schemas.microsoft.com/office/powerpoint/2010/main" val="142999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par>
                                <p:cTn id="16" presetID="10" presetClass="entr" presetSubtype="0" fill="hold" grpId="1" nodeType="withEffect">
                                  <p:stCondLst>
                                    <p:cond delay="250"/>
                                  </p:stCondLst>
                                  <p:iterate>
                                    <p:tmPct val="10000"/>
                                  </p:iterate>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3AF9-C0C3-629C-D257-C6BB096DFF29}"/>
              </a:ext>
            </a:extLst>
          </p:cNvPr>
          <p:cNvSpPr>
            <a:spLocks noGrp="1"/>
          </p:cNvSpPr>
          <p:nvPr>
            <p:ph type="title"/>
          </p:nvPr>
        </p:nvSpPr>
        <p:spPr/>
        <p:txBody>
          <a:bodyPr anchor="t">
            <a:noAutofit/>
          </a:bodyPr>
          <a:lstStyle/>
          <a:p>
            <a:r>
              <a:rPr lang="en-US" sz="3200" dirty="0"/>
              <a:t>Why AI Is Central to Accenture’s Reinvention Strategy</a:t>
            </a:r>
          </a:p>
        </p:txBody>
      </p:sp>
      <p:pic>
        <p:nvPicPr>
          <p:cNvPr id="8" name="Content Placeholder 7" descr="AI Artificial intelligence future technology learning innovation internet of things big data">
            <a:extLst>
              <a:ext uri="{FF2B5EF4-FFF2-40B4-BE49-F238E27FC236}">
                <a16:creationId xmlns:a16="http://schemas.microsoft.com/office/drawing/2014/main" id="{5378ABA4-ECD7-40D2-8585-3E55C0406201}"/>
              </a:ext>
            </a:extLst>
          </p:cNvPr>
          <p:cNvPicPr>
            <a:picLocks noGrp="1" noChangeAspect="1"/>
          </p:cNvPicPr>
          <p:nvPr>
            <p:ph type="pic" sz="quarter" idx="15"/>
          </p:nvPr>
        </p:nvPicPr>
        <p:blipFill>
          <a:blip r:embed="rId3"/>
          <a:srcRect l="11754" r="11754"/>
          <a:stretch>
            <a:fillRect/>
          </a:stretch>
        </p:blipFill>
        <p:spPr/>
      </p:pic>
      <p:sp>
        <p:nvSpPr>
          <p:cNvPr id="5" name="Slide Number Placeholder 4">
            <a:extLst>
              <a:ext uri="{FF2B5EF4-FFF2-40B4-BE49-F238E27FC236}">
                <a16:creationId xmlns:a16="http://schemas.microsoft.com/office/drawing/2014/main" id="{5D7ECCD9-8A6F-BA1E-40B4-BDE399194F2E}"/>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2</a:t>
            </a:fld>
            <a:endParaRPr lang="en-US"/>
          </a:p>
        </p:txBody>
      </p:sp>
      <p:sp>
        <p:nvSpPr>
          <p:cNvPr id="7" name="Content Placeholder 6">
            <a:extLst>
              <a:ext uri="{FF2B5EF4-FFF2-40B4-BE49-F238E27FC236}">
                <a16:creationId xmlns:a16="http://schemas.microsoft.com/office/drawing/2014/main" id="{589CF03B-7F27-1773-5EEA-E56C6BB01CF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lnSpcReduction="10000"/>
          </a:bodyPr>
          <a:lstStyle/>
          <a:p>
            <a:pPr marL="0" indent="0">
              <a:spcBef>
                <a:spcPts val="2500"/>
              </a:spcBef>
              <a:buFont typeface="Arial" panose="020B0604020202020204" pitchFamily="34" charset="0"/>
              <a:buNone/>
            </a:pPr>
            <a:r>
              <a:rPr lang="en-US" b="1"/>
              <a:t>AI as Core Strategy</a:t>
            </a:r>
          </a:p>
          <a:p>
            <a:pPr marL="0" lvl="1" indent="0">
              <a:buFont typeface="Arial" panose="020B0604020202020204" pitchFamily="34" charset="0"/>
              <a:buNone/>
            </a:pPr>
            <a:r>
              <a:t>AI is embedded in every transformation phase, driving value from strategy to continuous optimization.</a:t>
            </a:r>
            <a:endParaRPr lang="en-US"/>
          </a:p>
          <a:p>
            <a:pPr marL="0" indent="0">
              <a:spcBef>
                <a:spcPts val="2500"/>
              </a:spcBef>
              <a:buFont typeface="Arial" panose="020B0604020202020204" pitchFamily="34" charset="0"/>
              <a:buNone/>
            </a:pPr>
            <a:r>
              <a:rPr lang="en-US" b="1"/>
              <a:t>Productivity Augmentation</a:t>
            </a:r>
          </a:p>
          <a:p>
            <a:pPr marL="0" lvl="1" indent="0">
              <a:buFont typeface="Arial" panose="020B0604020202020204" pitchFamily="34" charset="0"/>
              <a:buNone/>
            </a:pPr>
            <a:r>
              <a:t>AI tools assist employees in content creation and data analysis, enabling focus on high-value tasks.</a:t>
            </a:r>
            <a:endParaRPr lang="en-US"/>
          </a:p>
          <a:p>
            <a:pPr marL="0" indent="0">
              <a:spcBef>
                <a:spcPts val="2500"/>
              </a:spcBef>
              <a:buFont typeface="Arial" panose="020B0604020202020204" pitchFamily="34" charset="0"/>
              <a:buNone/>
            </a:pPr>
            <a:r>
              <a:rPr lang="en-US" b="1"/>
              <a:t>Scale and Automation</a:t>
            </a:r>
          </a:p>
          <a:p>
            <a:pPr marL="0" lvl="1" indent="0">
              <a:buFont typeface="Arial" panose="020B0604020202020204" pitchFamily="34" charset="0"/>
              <a:buNone/>
            </a:pPr>
            <a:r>
              <a:t>AI enables consistent automation and solution reuse across industries and geographies at scale.</a:t>
            </a:r>
            <a:endParaRPr lang="en-US"/>
          </a:p>
          <a:p>
            <a:pPr marL="0" indent="0">
              <a:spcBef>
                <a:spcPts val="2500"/>
              </a:spcBef>
              <a:buFont typeface="Arial" panose="020B0604020202020204" pitchFamily="34" charset="0"/>
              <a:buNone/>
            </a:pPr>
            <a:r>
              <a:rPr lang="en-US" b="1"/>
              <a:t>Responsible AI Governance</a:t>
            </a:r>
          </a:p>
          <a:p>
            <a:pPr marL="0" lvl="1" indent="0">
              <a:buFont typeface="Arial" panose="020B0604020202020204" pitchFamily="34" charset="0"/>
              <a:buNone/>
            </a:pPr>
            <a:r>
              <a:t>Strict security, privacy, and ethical frameworks govern AI to protect data and ensure compliance.</a:t>
            </a:r>
            <a:endParaRPr lang="en-US"/>
          </a:p>
        </p:txBody>
      </p:sp>
    </p:spTree>
    <p:extLst>
      <p:ext uri="{BB962C8B-B14F-4D97-AF65-F5344CB8AC3E}">
        <p14:creationId xmlns:p14="http://schemas.microsoft.com/office/powerpoint/2010/main" val="4447663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6D6E1D71-548D-27B2-DA32-954456992D11}"/>
              </a:ext>
            </a:extLst>
          </p:cNvPr>
          <p:cNvSpPr>
            <a:spLocks noGrp="1"/>
          </p:cNvSpPr>
          <p:nvPr>
            <p:ph type="title"/>
          </p:nvPr>
        </p:nvSpPr>
        <p:spPr>
          <a:xfrm>
            <a:off x="1154955" y="1447800"/>
            <a:ext cx="6974915" cy="3329581"/>
          </a:xfrm>
        </p:spPr>
        <p:txBody>
          <a:bodyPr vert="horz" lIns="91440" tIns="45720" rIns="91440" bIns="45720" rtlCol="0" anchor="b">
            <a:normAutofit fontScale="90000"/>
          </a:bodyPr>
          <a:lstStyle/>
          <a:p>
            <a:pPr>
              <a:lnSpc>
                <a:spcPct val="90000"/>
              </a:lnSpc>
            </a:pPr>
            <a:r>
              <a:rPr lang="en-US" sz="7200" b="0" i="0" kern="1200" dirty="0">
                <a:solidFill>
                  <a:schemeClr val="tx2"/>
                </a:solidFill>
                <a:latin typeface="+mj-lt"/>
                <a:ea typeface="+mj-ea"/>
                <a:cs typeface="+mj-cs"/>
              </a:rPr>
              <a:t>Productivity-Focused AI Tools</a:t>
            </a:r>
            <a:r>
              <a:rPr lang="en-US" sz="7200" dirty="0">
                <a:solidFill>
                  <a:schemeClr val="tx2"/>
                </a:solidFill>
              </a:rPr>
              <a:t> in Accenture</a:t>
            </a:r>
            <a:endParaRPr lang="en-US" sz="7200" b="0" i="0" kern="1200" dirty="0">
              <a:solidFill>
                <a:schemeClr val="tx2"/>
              </a:solidFill>
              <a:latin typeface="+mj-lt"/>
              <a:ea typeface="+mj-ea"/>
              <a:cs typeface="+mj-cs"/>
            </a:endParaRPr>
          </a:p>
        </p:txBody>
      </p:sp>
      <p:sp>
        <p:nvSpPr>
          <p:cNvPr id="29" name="Rectangle 28">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2DA84A86-4445-94C2-D1FA-38C19BF9DB75}"/>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8E274F5D-21DC-40EF-8DBA-AB9BB119E939}" type="slidenum">
              <a:rPr lang="en-US" b="0" i="0" kern="1200">
                <a:solidFill>
                  <a:srgbClr val="FFFFFF"/>
                </a:solidFill>
                <a:latin typeface="+mn-lt"/>
                <a:ea typeface="+mn-ea"/>
                <a:cs typeface="+mn-cs"/>
              </a:rPr>
              <a:pPr defTabSz="457200">
                <a:spcAft>
                  <a:spcPts val="600"/>
                </a:spcAft>
              </a:pPr>
              <a:t>3</a:t>
            </a:fld>
            <a:endParaRPr lang="en-US" b="0" i="0" kern="1200">
              <a:solidFill>
                <a:srgbClr val="FFFFFF"/>
              </a:solidFill>
              <a:latin typeface="+mn-lt"/>
              <a:ea typeface="+mn-ea"/>
              <a:cs typeface="+mn-cs"/>
            </a:endParaRPr>
          </a:p>
        </p:txBody>
      </p:sp>
    </p:spTree>
    <p:extLst>
      <p:ext uri="{BB962C8B-B14F-4D97-AF65-F5344CB8AC3E}">
        <p14:creationId xmlns:p14="http://schemas.microsoft.com/office/powerpoint/2010/main" val="51599333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AEC00-FAC1-833C-588C-29EF3501F528}"/>
              </a:ext>
            </a:extLst>
          </p:cNvPr>
          <p:cNvSpPr>
            <a:spLocks noGrp="1"/>
          </p:cNvSpPr>
          <p:nvPr>
            <p:ph type="title"/>
          </p:nvPr>
        </p:nvSpPr>
        <p:spPr/>
        <p:txBody>
          <a:bodyPr anchor="t">
            <a:normAutofit fontScale="90000"/>
          </a:bodyPr>
          <a:lstStyle/>
          <a:p>
            <a:r>
              <a:rPr lang="en-US" dirty="0"/>
              <a:t>Microsoft Copilot for Enterprise Productivity</a:t>
            </a:r>
          </a:p>
        </p:txBody>
      </p:sp>
      <p:pic>
        <p:nvPicPr>
          <p:cNvPr id="8" name="Content Placeholder 7" descr="Smartphone, tablet pc and a laptop with infographic screen">
            <a:extLst>
              <a:ext uri="{FF2B5EF4-FFF2-40B4-BE49-F238E27FC236}">
                <a16:creationId xmlns:a16="http://schemas.microsoft.com/office/drawing/2014/main" id="{8AFC96B3-82F2-4120-ADE0-61BE9A8126D2}"/>
              </a:ext>
            </a:extLst>
          </p:cNvPr>
          <p:cNvPicPr>
            <a:picLocks noGrp="1" noChangeAspect="1"/>
          </p:cNvPicPr>
          <p:nvPr>
            <p:ph type="pic" sz="quarter" idx="15"/>
          </p:nvPr>
        </p:nvPicPr>
        <p:blipFill>
          <a:blip r:embed="rId3"/>
          <a:srcRect l="11754" r="11754"/>
          <a:stretch>
            <a:fillRect/>
          </a:stretch>
        </p:blipFill>
        <p:spPr/>
      </p:pic>
      <p:sp>
        <p:nvSpPr>
          <p:cNvPr id="5" name="Slide Number Placeholder 4">
            <a:extLst>
              <a:ext uri="{FF2B5EF4-FFF2-40B4-BE49-F238E27FC236}">
                <a16:creationId xmlns:a16="http://schemas.microsoft.com/office/drawing/2014/main" id="{2C06E1A6-2037-25E8-AE18-9DD0A8DEFABC}"/>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4</a:t>
            </a:fld>
            <a:endParaRPr lang="en-US"/>
          </a:p>
        </p:txBody>
      </p:sp>
      <p:sp>
        <p:nvSpPr>
          <p:cNvPr id="7" name="Content Placeholder 6">
            <a:extLst>
              <a:ext uri="{FF2B5EF4-FFF2-40B4-BE49-F238E27FC236}">
                <a16:creationId xmlns:a16="http://schemas.microsoft.com/office/drawing/2014/main" id="{A1326448-AF1C-8C4B-FB3A-5CD7A6F265B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20000"/>
          </a:bodyPr>
          <a:lstStyle/>
          <a:p>
            <a:pPr marL="0" indent="0">
              <a:lnSpc>
                <a:spcPct val="110000"/>
              </a:lnSpc>
              <a:spcBef>
                <a:spcPts val="2500"/>
              </a:spcBef>
              <a:buFont typeface="Arial" panose="020B0604020202020204" pitchFamily="34" charset="0"/>
              <a:buNone/>
            </a:pPr>
            <a:r>
              <a:rPr lang="en-US" b="1"/>
              <a:t>Integration with Microsoft 365</a:t>
            </a:r>
          </a:p>
          <a:p>
            <a:pPr marL="0" lvl="1" indent="0">
              <a:lnSpc>
                <a:spcPct val="110000"/>
              </a:lnSpc>
              <a:buFont typeface="Arial" panose="020B0604020202020204" pitchFamily="34" charset="0"/>
              <a:buNone/>
            </a:pPr>
            <a:r>
              <a:t>Copilot is embedded in Outlook, Teams, Word, Excel, and PowerPoint, enhancing day-to-day productivity naturally within existing workflows.</a:t>
            </a:r>
            <a:endParaRPr lang="en-US"/>
          </a:p>
          <a:p>
            <a:pPr marL="0" indent="0">
              <a:lnSpc>
                <a:spcPct val="110000"/>
              </a:lnSpc>
              <a:spcBef>
                <a:spcPts val="2500"/>
              </a:spcBef>
              <a:buFont typeface="Arial" panose="020B0604020202020204" pitchFamily="34" charset="0"/>
              <a:buNone/>
            </a:pPr>
            <a:r>
              <a:rPr lang="en-US" b="1"/>
              <a:t>Practical Use Cases</a:t>
            </a:r>
          </a:p>
          <a:p>
            <a:pPr marL="0" lvl="1" indent="0">
              <a:lnSpc>
                <a:spcPct val="110000"/>
              </a:lnSpc>
              <a:buFont typeface="Arial" panose="020B0604020202020204" pitchFamily="34" charset="0"/>
              <a:buNone/>
            </a:pPr>
            <a:r>
              <a:t>Common uses include summarizing emails, extracting meeting action items, drafting proposals, and aiding data analysis through natural language prompts.</a:t>
            </a:r>
            <a:endParaRPr lang="en-US"/>
          </a:p>
          <a:p>
            <a:pPr marL="0" indent="0">
              <a:lnSpc>
                <a:spcPct val="110000"/>
              </a:lnSpc>
              <a:spcBef>
                <a:spcPts val="2500"/>
              </a:spcBef>
              <a:buFont typeface="Arial" panose="020B0604020202020204" pitchFamily="34" charset="0"/>
              <a:buNone/>
            </a:pPr>
            <a:r>
              <a:rPr lang="en-US" b="1"/>
              <a:t>Security and Compliance</a:t>
            </a:r>
          </a:p>
          <a:p>
            <a:pPr marL="0" lvl="1" indent="0">
              <a:lnSpc>
                <a:spcPct val="110000"/>
              </a:lnSpc>
              <a:buFont typeface="Arial" panose="020B0604020202020204" pitchFamily="34" charset="0"/>
              <a:buNone/>
            </a:pPr>
            <a:r>
              <a:t>Copilot operates within strict enterprise permissions ensuring secure access to authorized data, aligned with internal risk standards.</a:t>
            </a:r>
            <a:endParaRPr lang="en-US"/>
          </a:p>
          <a:p>
            <a:pPr marL="0" indent="0">
              <a:lnSpc>
                <a:spcPct val="110000"/>
              </a:lnSpc>
              <a:spcBef>
                <a:spcPts val="2500"/>
              </a:spcBef>
              <a:buFont typeface="Arial" panose="020B0604020202020204" pitchFamily="34" charset="0"/>
              <a:buNone/>
            </a:pPr>
            <a:r>
              <a:rPr lang="en-US" b="1"/>
              <a:t>Enterprise Productivity Impact</a:t>
            </a:r>
          </a:p>
          <a:p>
            <a:pPr marL="0" lvl="1" indent="0">
              <a:lnSpc>
                <a:spcPct val="110000"/>
              </a:lnSpc>
              <a:buFont typeface="Arial" panose="020B0604020202020204" pitchFamily="34" charset="0"/>
              <a:buNone/>
            </a:pPr>
            <a:r>
              <a:t>Copilot accelerates routine knowledge work, reduces manual effort, and boosts productivity across Accenture’s global workforce.</a:t>
            </a:r>
            <a:endParaRPr lang="en-US"/>
          </a:p>
        </p:txBody>
      </p:sp>
    </p:spTree>
    <p:extLst>
      <p:ext uri="{BB962C8B-B14F-4D97-AF65-F5344CB8AC3E}">
        <p14:creationId xmlns:p14="http://schemas.microsoft.com/office/powerpoint/2010/main" val="10212004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48205-5B2A-911F-4CF6-98C65E0D8E8B}"/>
              </a:ext>
            </a:extLst>
          </p:cNvPr>
          <p:cNvSpPr>
            <a:spLocks noGrp="1"/>
          </p:cNvSpPr>
          <p:nvPr>
            <p:ph type="title"/>
          </p:nvPr>
        </p:nvSpPr>
        <p:spPr/>
        <p:txBody>
          <a:bodyPr anchor="t">
            <a:noAutofit/>
          </a:bodyPr>
          <a:lstStyle/>
          <a:p>
            <a:r>
              <a:rPr lang="en-US" sz="3200" dirty="0"/>
              <a:t>Amethyst -Generative AI Assistant</a:t>
            </a:r>
          </a:p>
        </p:txBody>
      </p:sp>
      <p:pic>
        <p:nvPicPr>
          <p:cNvPr id="8" name="Content Placeholder 7" descr="Front view of a laptop computer on a white office desk, showing business data with financial charts, diagrams, world map with growth factors and graphs. Two blurred business men are talking in the background, looking through the windows with sun shining. Digital generated image and characters. Selective focus.">
            <a:extLst>
              <a:ext uri="{FF2B5EF4-FFF2-40B4-BE49-F238E27FC236}">
                <a16:creationId xmlns:a16="http://schemas.microsoft.com/office/drawing/2014/main" id="{4F2C837E-C1C8-49FF-9CB1-5A3B0F20BCAC}"/>
              </a:ext>
            </a:extLst>
          </p:cNvPr>
          <p:cNvPicPr>
            <a:picLocks noGrp="1" noChangeAspect="1"/>
          </p:cNvPicPr>
          <p:nvPr>
            <p:ph type="pic" sz="quarter" idx="15"/>
          </p:nvPr>
        </p:nvPicPr>
        <p:blipFill>
          <a:blip r:embed="rId3"/>
          <a:srcRect l="15593" r="15593"/>
          <a:stretch>
            <a:fillRect/>
          </a:stretch>
        </p:blipFill>
        <p:spPr/>
      </p:pic>
      <p:sp>
        <p:nvSpPr>
          <p:cNvPr id="5" name="Slide Number Placeholder 4">
            <a:extLst>
              <a:ext uri="{FF2B5EF4-FFF2-40B4-BE49-F238E27FC236}">
                <a16:creationId xmlns:a16="http://schemas.microsoft.com/office/drawing/2014/main" id="{CEC03414-2AE2-EF12-F91C-7D18587D2DFD}"/>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6A8A9180-2C21-BFE6-7102-9AF204881C3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marL="0" indent="0">
              <a:spcBef>
                <a:spcPts val="2500"/>
              </a:spcBef>
              <a:buFont typeface="Arial" panose="020B0604020202020204" pitchFamily="34" charset="0"/>
              <a:buNone/>
            </a:pPr>
            <a:r>
              <a:rPr lang="en-US" b="1"/>
              <a:t>Secure and Compliant AI</a:t>
            </a:r>
          </a:p>
          <a:p>
            <a:pPr marL="0" lvl="1" indent="0">
              <a:buFont typeface="Arial" panose="020B0604020202020204" pitchFamily="34" charset="0"/>
              <a:buNone/>
            </a:pPr>
            <a:r>
              <a:t>Amethyst operates within a controlled environment protecting sensitive data and aligning with Responsible AI guidelines.</a:t>
            </a:r>
            <a:endParaRPr lang="en-US"/>
          </a:p>
          <a:p>
            <a:pPr marL="0" indent="0">
              <a:spcBef>
                <a:spcPts val="2500"/>
              </a:spcBef>
              <a:buFont typeface="Arial" panose="020B0604020202020204" pitchFamily="34" charset="0"/>
              <a:buNone/>
            </a:pPr>
            <a:r>
              <a:rPr lang="en-US" b="1"/>
              <a:t>Enhancing Employee Productivity</a:t>
            </a:r>
          </a:p>
          <a:p>
            <a:pPr marL="0" lvl="1" indent="0">
              <a:buFont typeface="Arial" panose="020B0604020202020204" pitchFamily="34" charset="0"/>
              <a:buNone/>
            </a:pPr>
            <a:r>
              <a:t>The assistant supports employees by summarizing documents, generating content, and answering contextual questions efficiently.</a:t>
            </a:r>
            <a:endParaRPr lang="en-US"/>
          </a:p>
          <a:p>
            <a:pPr marL="0" indent="0">
              <a:spcBef>
                <a:spcPts val="2500"/>
              </a:spcBef>
              <a:buFont typeface="Arial" panose="020B0604020202020204" pitchFamily="34" charset="0"/>
              <a:buNone/>
            </a:pPr>
            <a:r>
              <a:rPr lang="en-US" b="1"/>
              <a:t>AI Experimentation and Enablement</a:t>
            </a:r>
          </a:p>
          <a:p>
            <a:pPr marL="0" lvl="1" indent="0">
              <a:buFont typeface="Arial" panose="020B0604020202020204" pitchFamily="34" charset="0"/>
              <a:buNone/>
            </a:pPr>
            <a:r>
              <a:t>Amethyst provides a safe platform for exploring AI use cases, helping build AI literacy across diverse teams.</a:t>
            </a:r>
            <a:endParaRPr lang="en-US"/>
          </a:p>
          <a:p>
            <a:pPr marL="0" indent="0">
              <a:spcBef>
                <a:spcPts val="2500"/>
              </a:spcBef>
              <a:buFont typeface="Arial" panose="020B0604020202020204" pitchFamily="34" charset="0"/>
              <a:buNone/>
            </a:pPr>
            <a:r>
              <a:rPr lang="en-US" b="1"/>
              <a:t>Standardization and Trust</a:t>
            </a:r>
          </a:p>
          <a:p>
            <a:pPr marL="0" lvl="1" indent="0">
              <a:buFont typeface="Arial" panose="020B0604020202020204" pitchFamily="34" charset="0"/>
              <a:buNone/>
            </a:pPr>
            <a:r>
              <a:t>By standardizing AI use internally, Amethyst ensures consistency, trust, and compliance while enabling creativity and speed.</a:t>
            </a:r>
            <a:endParaRPr lang="en-US"/>
          </a:p>
        </p:txBody>
      </p:sp>
    </p:spTree>
    <p:extLst>
      <p:ext uri="{BB962C8B-B14F-4D97-AF65-F5344CB8AC3E}">
        <p14:creationId xmlns:p14="http://schemas.microsoft.com/office/powerpoint/2010/main" val="3515149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527F77AD-2E71-7DB7-D017-AC128E931D50}"/>
              </a:ext>
            </a:extLst>
          </p:cNvPr>
          <p:cNvSpPr>
            <a:spLocks noGrp="1"/>
          </p:cNvSpPr>
          <p:nvPr>
            <p:ph type="title"/>
          </p:nvPr>
        </p:nvSpPr>
        <p:spPr>
          <a:xfrm>
            <a:off x="1154955" y="1447800"/>
            <a:ext cx="6974915" cy="3329581"/>
          </a:xfrm>
        </p:spPr>
        <p:txBody>
          <a:bodyPr vert="horz" lIns="91440" tIns="45720" rIns="91440" bIns="45720" rtlCol="0" anchor="b">
            <a:normAutofit/>
          </a:bodyPr>
          <a:lstStyle/>
          <a:p>
            <a:pPr>
              <a:lnSpc>
                <a:spcPct val="90000"/>
              </a:lnSpc>
            </a:pPr>
            <a:r>
              <a:rPr lang="en-US" sz="6100" b="0" i="0" kern="1200" dirty="0">
                <a:solidFill>
                  <a:schemeClr val="tx2"/>
                </a:solidFill>
                <a:latin typeface="+mj-lt"/>
                <a:ea typeface="+mj-ea"/>
                <a:cs typeface="+mj-cs"/>
              </a:rPr>
              <a:t>AI for Technology Delivery and Engineering</a:t>
            </a:r>
          </a:p>
        </p:txBody>
      </p:sp>
      <p:sp>
        <p:nvSpPr>
          <p:cNvPr id="29" name="Rectangle 28">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60BFC474-9111-2908-4426-51AD5DBF11AA}"/>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8E274F5D-21DC-40EF-8DBA-AB9BB119E939}" type="slidenum">
              <a:rPr lang="en-US" b="0" i="0" kern="1200">
                <a:solidFill>
                  <a:srgbClr val="FFFFFF"/>
                </a:solidFill>
                <a:latin typeface="+mn-lt"/>
                <a:ea typeface="+mn-ea"/>
                <a:cs typeface="+mn-cs"/>
              </a:rPr>
              <a:pPr defTabSz="457200">
                <a:spcAft>
                  <a:spcPts val="600"/>
                </a:spcAft>
              </a:pPr>
              <a:t>6</a:t>
            </a:fld>
            <a:endParaRPr lang="en-US" b="0" i="0" kern="1200">
              <a:solidFill>
                <a:srgbClr val="FFFFFF"/>
              </a:solidFill>
              <a:latin typeface="+mn-lt"/>
              <a:ea typeface="+mn-ea"/>
              <a:cs typeface="+mn-cs"/>
            </a:endParaRPr>
          </a:p>
        </p:txBody>
      </p:sp>
    </p:spTree>
    <p:extLst>
      <p:ext uri="{BB962C8B-B14F-4D97-AF65-F5344CB8AC3E}">
        <p14:creationId xmlns:p14="http://schemas.microsoft.com/office/powerpoint/2010/main" val="9108987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5CBBB-8E28-7356-ED4E-7B908623BFC7}"/>
              </a:ext>
            </a:extLst>
          </p:cNvPr>
          <p:cNvSpPr>
            <a:spLocks noGrp="1"/>
          </p:cNvSpPr>
          <p:nvPr>
            <p:ph type="title"/>
          </p:nvPr>
        </p:nvSpPr>
        <p:spPr/>
        <p:txBody>
          <a:bodyPr anchor="t">
            <a:noAutofit/>
          </a:bodyPr>
          <a:lstStyle/>
          <a:p>
            <a:r>
              <a:rPr lang="en-US" sz="3200" dirty="0"/>
              <a:t>GenWizard for Generative AI–Driven Technology Delivery</a:t>
            </a:r>
          </a:p>
        </p:txBody>
      </p:sp>
      <p:pic>
        <p:nvPicPr>
          <p:cNvPr id="8" name="Content Placeholder 7" descr="3D code background">
            <a:extLst>
              <a:ext uri="{FF2B5EF4-FFF2-40B4-BE49-F238E27FC236}">
                <a16:creationId xmlns:a16="http://schemas.microsoft.com/office/drawing/2014/main" id="{C6D93AA6-5ECB-444E-8DDB-2A7FA055041C}"/>
              </a:ext>
            </a:extLst>
          </p:cNvPr>
          <p:cNvPicPr>
            <a:picLocks noGrp="1" noChangeAspect="1"/>
          </p:cNvPicPr>
          <p:nvPr>
            <p:ph type="pic" sz="quarter" idx="15"/>
          </p:nvPr>
        </p:nvPicPr>
        <p:blipFill>
          <a:blip r:embed="rId3"/>
          <a:srcRect l="14528" r="14528"/>
          <a:stretch>
            <a:fillRect/>
          </a:stretch>
        </p:blipFill>
        <p:spPr/>
      </p:pic>
      <p:sp>
        <p:nvSpPr>
          <p:cNvPr id="5" name="Slide Number Placeholder 4">
            <a:extLst>
              <a:ext uri="{FF2B5EF4-FFF2-40B4-BE49-F238E27FC236}">
                <a16:creationId xmlns:a16="http://schemas.microsoft.com/office/drawing/2014/main" id="{60745CC5-2DD4-3123-C76D-A22DCA552E3A}"/>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7</a:t>
            </a:fld>
            <a:endParaRPr lang="en-US"/>
          </a:p>
        </p:txBody>
      </p:sp>
      <p:sp>
        <p:nvSpPr>
          <p:cNvPr id="7" name="Content Placeholder 6">
            <a:extLst>
              <a:ext uri="{FF2B5EF4-FFF2-40B4-BE49-F238E27FC236}">
                <a16:creationId xmlns:a16="http://schemas.microsoft.com/office/drawing/2014/main" id="{B291C212-6C36-135B-EA24-EABD17C0A0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marL="0" indent="0">
              <a:spcBef>
                <a:spcPts val="2500"/>
              </a:spcBef>
              <a:buFont typeface="Arial" panose="020B0604020202020204" pitchFamily="34" charset="0"/>
              <a:buNone/>
            </a:pPr>
            <a:r>
              <a:rPr lang="en-US" b="1" dirty="0"/>
              <a:t>Comprehensive AI Platform</a:t>
            </a:r>
          </a:p>
          <a:p>
            <a:pPr marL="0" lvl="1" indent="0">
              <a:buFont typeface="Arial" panose="020B0604020202020204" pitchFamily="34" charset="0"/>
              <a:buNone/>
            </a:pPr>
            <a:r>
              <a:rPr dirty="0"/>
              <a:t>GenWizard integrates generative AI into technology delivery, enhancing speed, quality, and risk management in complex projects.</a:t>
            </a:r>
            <a:endParaRPr lang="en-US" dirty="0"/>
          </a:p>
          <a:p>
            <a:pPr marL="0" indent="0">
              <a:spcBef>
                <a:spcPts val="2500"/>
              </a:spcBef>
              <a:buFont typeface="Arial" panose="020B0604020202020204" pitchFamily="34" charset="0"/>
              <a:buNone/>
            </a:pPr>
            <a:r>
              <a:rPr lang="en-US" b="1" dirty="0"/>
              <a:t>Application Modernization</a:t>
            </a:r>
          </a:p>
          <a:p>
            <a:pPr marL="0" lvl="1" indent="0">
              <a:buFont typeface="Arial" panose="020B0604020202020204" pitchFamily="34" charset="0"/>
              <a:buNone/>
            </a:pPr>
            <a:r>
              <a:rPr dirty="0"/>
              <a:t>The platform analyzes legacy code, generates documentation, and supports refactoring to modernize aging systems efficiently.</a:t>
            </a:r>
            <a:endParaRPr lang="en-US" dirty="0"/>
          </a:p>
          <a:p>
            <a:pPr marL="0" indent="0">
              <a:spcBef>
                <a:spcPts val="2500"/>
              </a:spcBef>
              <a:buFont typeface="Arial" panose="020B0604020202020204" pitchFamily="34" charset="0"/>
              <a:buNone/>
            </a:pPr>
            <a:r>
              <a:rPr lang="en-US" b="1" dirty="0"/>
              <a:t>Software Development Assistance</a:t>
            </a:r>
          </a:p>
          <a:p>
            <a:pPr marL="0" lvl="1" indent="0">
              <a:buFont typeface="Arial" panose="020B0604020202020204" pitchFamily="34" charset="0"/>
              <a:buNone/>
            </a:pPr>
            <a:r>
              <a:rPr dirty="0"/>
              <a:t>GenWizard accelerates design, coding, testing, and defect analysis, enabling faster software iteration cycles.</a:t>
            </a:r>
            <a:endParaRPr lang="en-US" dirty="0"/>
          </a:p>
          <a:p>
            <a:pPr marL="0" indent="0">
              <a:spcBef>
                <a:spcPts val="2500"/>
              </a:spcBef>
              <a:buFont typeface="Arial" panose="020B0604020202020204" pitchFamily="34" charset="0"/>
              <a:buNone/>
            </a:pPr>
            <a:r>
              <a:rPr lang="en-US" b="1" dirty="0"/>
              <a:t>Enterprise Platform Automation</a:t>
            </a:r>
          </a:p>
          <a:p>
            <a:pPr marL="0" lvl="1" indent="0">
              <a:buFont typeface="Arial" panose="020B0604020202020204" pitchFamily="34" charset="0"/>
              <a:buNone/>
            </a:pPr>
            <a:r>
              <a:rPr dirty="0"/>
              <a:t>Supports automation in SAP, Oracle, Salesforce, and Workday implementations, improving configuration and integration efficiency.</a:t>
            </a:r>
            <a:endParaRPr lang="en-US" dirty="0"/>
          </a:p>
        </p:txBody>
      </p:sp>
    </p:spTree>
    <p:extLst>
      <p:ext uri="{BB962C8B-B14F-4D97-AF65-F5344CB8AC3E}">
        <p14:creationId xmlns:p14="http://schemas.microsoft.com/office/powerpoint/2010/main" val="10837942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22289C42-AA8D-EB23-BFF7-2008C70A2D46}"/>
              </a:ext>
            </a:extLst>
          </p:cNvPr>
          <p:cNvSpPr>
            <a:spLocks noGrp="1"/>
          </p:cNvSpPr>
          <p:nvPr>
            <p:ph type="title"/>
          </p:nvPr>
        </p:nvSpPr>
        <p:spPr>
          <a:xfrm>
            <a:off x="1154955" y="1447800"/>
            <a:ext cx="6974915" cy="3329581"/>
          </a:xfrm>
        </p:spPr>
        <p:txBody>
          <a:bodyPr vert="horz" lIns="91440" tIns="45720" rIns="91440" bIns="45720" rtlCol="0" anchor="b">
            <a:normAutofit/>
          </a:bodyPr>
          <a:lstStyle/>
          <a:p>
            <a:pPr>
              <a:lnSpc>
                <a:spcPct val="90000"/>
              </a:lnSpc>
            </a:pPr>
            <a:r>
              <a:rPr lang="en-US" sz="6100" b="0" i="0" kern="1200" dirty="0">
                <a:solidFill>
                  <a:schemeClr val="tx2"/>
                </a:solidFill>
                <a:latin typeface="+mj-lt"/>
                <a:ea typeface="+mj-ea"/>
                <a:cs typeface="+mj-cs"/>
              </a:rPr>
              <a:t>AI for Operations and Delivery Execution</a:t>
            </a:r>
          </a:p>
        </p:txBody>
      </p:sp>
      <p:sp>
        <p:nvSpPr>
          <p:cNvPr id="29" name="Rectangle 28">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17C53AC9-2495-ED85-4D02-DE4D30E9118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8E274F5D-21DC-40EF-8DBA-AB9BB119E939}" type="slidenum">
              <a:rPr lang="en-US" b="0" i="0" kern="1200">
                <a:solidFill>
                  <a:srgbClr val="FFFFFF"/>
                </a:solidFill>
                <a:latin typeface="+mn-lt"/>
                <a:ea typeface="+mn-ea"/>
                <a:cs typeface="+mn-cs"/>
              </a:rPr>
              <a:pPr defTabSz="457200">
                <a:spcAft>
                  <a:spcPts val="600"/>
                </a:spcAft>
              </a:pPr>
              <a:t>8</a:t>
            </a:fld>
            <a:endParaRPr lang="en-US" b="0" i="0" kern="1200">
              <a:solidFill>
                <a:srgbClr val="FFFFFF"/>
              </a:solidFill>
              <a:latin typeface="+mn-lt"/>
              <a:ea typeface="+mn-ea"/>
              <a:cs typeface="+mn-cs"/>
            </a:endParaRPr>
          </a:p>
        </p:txBody>
      </p:sp>
    </p:spTree>
    <p:extLst>
      <p:ext uri="{BB962C8B-B14F-4D97-AF65-F5344CB8AC3E}">
        <p14:creationId xmlns:p14="http://schemas.microsoft.com/office/powerpoint/2010/main" val="421505983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3B7CB-BB8C-0B4D-8CD2-CFB3142247FA}"/>
              </a:ext>
            </a:extLst>
          </p:cNvPr>
          <p:cNvSpPr>
            <a:spLocks noGrp="1"/>
          </p:cNvSpPr>
          <p:nvPr>
            <p:ph type="title"/>
          </p:nvPr>
        </p:nvSpPr>
        <p:spPr/>
        <p:txBody>
          <a:bodyPr anchor="t">
            <a:noAutofit/>
          </a:bodyPr>
          <a:lstStyle/>
          <a:p>
            <a:r>
              <a:rPr lang="en-US" sz="3200" dirty="0"/>
              <a:t>SynOps as an AI-Powered Operations Platform</a:t>
            </a:r>
          </a:p>
        </p:txBody>
      </p:sp>
      <p:pic>
        <p:nvPicPr>
          <p:cNvPr id="8" name="Content Placeholder 7" descr="Woman showing Earth and network hologram by using the user interface technology.">
            <a:extLst>
              <a:ext uri="{FF2B5EF4-FFF2-40B4-BE49-F238E27FC236}">
                <a16:creationId xmlns:a16="http://schemas.microsoft.com/office/drawing/2014/main" id="{82237602-9592-4754-9EC0-AE8D0F4EABAC}"/>
              </a:ext>
            </a:extLst>
          </p:cNvPr>
          <p:cNvPicPr>
            <a:picLocks noGrp="1" noChangeAspect="1"/>
          </p:cNvPicPr>
          <p:nvPr>
            <p:ph type="pic" sz="quarter" idx="15"/>
          </p:nvPr>
        </p:nvPicPr>
        <p:blipFill>
          <a:blip r:embed="rId3"/>
          <a:srcRect l="17722" r="17722"/>
          <a:stretch>
            <a:fillRect/>
          </a:stretch>
        </p:blipFill>
        <p:spPr/>
      </p:pic>
      <p:sp>
        <p:nvSpPr>
          <p:cNvPr id="5" name="Slide Number Placeholder 4">
            <a:extLst>
              <a:ext uri="{FF2B5EF4-FFF2-40B4-BE49-F238E27FC236}">
                <a16:creationId xmlns:a16="http://schemas.microsoft.com/office/drawing/2014/main" id="{B7C4C287-3268-C2D9-D2BC-7342938828CC}"/>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9</a:t>
            </a:fld>
            <a:endParaRPr lang="en-US"/>
          </a:p>
        </p:txBody>
      </p:sp>
      <p:sp>
        <p:nvSpPr>
          <p:cNvPr id="7" name="Content Placeholder 6">
            <a:extLst>
              <a:ext uri="{FF2B5EF4-FFF2-40B4-BE49-F238E27FC236}">
                <a16:creationId xmlns:a16="http://schemas.microsoft.com/office/drawing/2014/main" id="{6C3D9570-FACA-EA18-C132-97E64BC9B3D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marL="0" indent="0">
              <a:spcBef>
                <a:spcPts val="2500"/>
              </a:spcBef>
              <a:buFont typeface="Arial" panose="020B0604020202020204" pitchFamily="34" charset="0"/>
              <a:buNone/>
            </a:pPr>
            <a:r>
              <a:rPr lang="en-US" b="1" dirty="0"/>
              <a:t>Integrated Operations Platform</a:t>
            </a:r>
          </a:p>
          <a:p>
            <a:pPr marL="0" lvl="1" indent="0">
              <a:buFont typeface="Arial" panose="020B0604020202020204" pitchFamily="34" charset="0"/>
              <a:buNone/>
            </a:pPr>
            <a:r>
              <a:rPr dirty="0"/>
              <a:t>SynOps combines data, AI, analytics, automation, and human expertise into one orchestration layer for seamless operations.</a:t>
            </a:r>
            <a:endParaRPr lang="en-US" dirty="0"/>
          </a:p>
          <a:p>
            <a:pPr marL="0" indent="0">
              <a:spcBef>
                <a:spcPts val="2500"/>
              </a:spcBef>
              <a:buFont typeface="Arial" panose="020B0604020202020204" pitchFamily="34" charset="0"/>
              <a:buNone/>
            </a:pPr>
            <a:r>
              <a:rPr lang="en-US" b="1" dirty="0"/>
              <a:t>Intelligent Automation Capabilities</a:t>
            </a:r>
          </a:p>
          <a:p>
            <a:pPr marL="0" lvl="1" indent="0">
              <a:buFont typeface="Arial" panose="020B0604020202020204" pitchFamily="34" charset="0"/>
              <a:buNone/>
            </a:pPr>
            <a:r>
              <a:rPr dirty="0"/>
              <a:t>The platform uses robotic process automation, advanced analytics, and generative AI agents to automate complex workflows.</a:t>
            </a:r>
            <a:endParaRPr lang="en-US" dirty="0"/>
          </a:p>
          <a:p>
            <a:pPr marL="0" indent="0">
              <a:spcBef>
                <a:spcPts val="2500"/>
              </a:spcBef>
              <a:buFont typeface="Arial" panose="020B0604020202020204" pitchFamily="34" charset="0"/>
              <a:buNone/>
            </a:pPr>
            <a:r>
              <a:rPr lang="en-US" b="1" dirty="0"/>
              <a:t>Outcome-Focused Execution</a:t>
            </a:r>
          </a:p>
          <a:p>
            <a:pPr marL="0" lvl="1" indent="0">
              <a:buFont typeface="Arial" panose="020B0604020202020204" pitchFamily="34" charset="0"/>
              <a:buNone/>
            </a:pPr>
            <a:r>
              <a:rPr dirty="0"/>
              <a:t>SynOps prioritizes business outcomes such as cost reduction, accuracy, and customer satisfaction over simple task completion.</a:t>
            </a:r>
            <a:endParaRPr lang="en-US" dirty="0"/>
          </a:p>
          <a:p>
            <a:pPr marL="0" indent="0">
              <a:spcBef>
                <a:spcPts val="2500"/>
              </a:spcBef>
              <a:buFont typeface="Arial" panose="020B0604020202020204" pitchFamily="34" charset="0"/>
              <a:buNone/>
            </a:pPr>
            <a:r>
              <a:rPr lang="en-US" b="1" dirty="0"/>
              <a:t>Scalable AI Solutions</a:t>
            </a:r>
          </a:p>
          <a:p>
            <a:pPr marL="0" lvl="1" indent="0">
              <a:buFont typeface="Arial" panose="020B0604020202020204" pitchFamily="34" charset="0"/>
              <a:buNone/>
            </a:pPr>
            <a:r>
              <a:rPr dirty="0"/>
              <a:t>Supports large-scale reuse of AI-enabled solutions across industries to deliver consistent operational value at scale.</a:t>
            </a:r>
            <a:endParaRPr lang="en-US" dirty="0"/>
          </a:p>
        </p:txBody>
      </p:sp>
    </p:spTree>
    <p:extLst>
      <p:ext uri="{BB962C8B-B14F-4D97-AF65-F5344CB8AC3E}">
        <p14:creationId xmlns:p14="http://schemas.microsoft.com/office/powerpoint/2010/main" val="4870070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6495253-E02D-0726-2121-BC53B7CC24BC}"/>
              </a:ext>
            </a:extLst>
          </p:cNvPr>
          <p:cNvSpPr>
            <a:spLocks noGrp="1"/>
          </p:cNvSpPr>
          <p:nvPr>
            <p:ph type="title"/>
          </p:nvPr>
        </p:nvSpPr>
        <p:spPr>
          <a:xfrm>
            <a:off x="1154955" y="1447800"/>
            <a:ext cx="6974915" cy="3329581"/>
          </a:xfrm>
        </p:spPr>
        <p:txBody>
          <a:bodyPr vert="horz" lIns="91440" tIns="45720" rIns="91440" bIns="45720" rtlCol="0" anchor="b">
            <a:normAutofit/>
          </a:bodyPr>
          <a:lstStyle/>
          <a:p>
            <a:pPr>
              <a:lnSpc>
                <a:spcPct val="90000"/>
              </a:lnSpc>
            </a:pPr>
            <a:r>
              <a:rPr lang="en-US" sz="5000" b="0" i="0" kern="1200" dirty="0">
                <a:solidFill>
                  <a:schemeClr val="tx2"/>
                </a:solidFill>
                <a:latin typeface="+mj-lt"/>
                <a:ea typeface="+mj-ea"/>
                <a:cs typeface="+mj-cs"/>
              </a:rPr>
              <a:t>AI for Transformation Planning and Advanced Intelligence</a:t>
            </a:r>
          </a:p>
        </p:txBody>
      </p:sp>
      <p:sp>
        <p:nvSpPr>
          <p:cNvPr id="29" name="Rectangle 28">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E4E3C3E6-E483-DB93-37E6-E128D90B6CC1}"/>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8E274F5D-21DC-40EF-8DBA-AB9BB119E939}" type="slidenum">
              <a:rPr lang="en-US" b="0" i="0" kern="1200">
                <a:solidFill>
                  <a:srgbClr val="FFFFFF"/>
                </a:solidFill>
                <a:latin typeface="+mn-lt"/>
                <a:ea typeface="+mn-ea"/>
                <a:cs typeface="+mn-cs"/>
              </a:rPr>
              <a:pPr defTabSz="457200">
                <a:spcAft>
                  <a:spcPts val="600"/>
                </a:spcAft>
              </a:pPr>
              <a:t>10</a:t>
            </a:fld>
            <a:endParaRPr lang="en-US" b="0" i="0" kern="1200">
              <a:solidFill>
                <a:srgbClr val="FFFFFF"/>
              </a:solidFill>
              <a:latin typeface="+mn-lt"/>
              <a:ea typeface="+mn-ea"/>
              <a:cs typeface="+mn-cs"/>
            </a:endParaRPr>
          </a:p>
        </p:txBody>
      </p:sp>
    </p:spTree>
    <p:extLst>
      <p:ext uri="{BB962C8B-B14F-4D97-AF65-F5344CB8AC3E}">
        <p14:creationId xmlns:p14="http://schemas.microsoft.com/office/powerpoint/2010/main" val="333366790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25FEB-5BA0-2C57-181F-4EB957138495}"/>
              </a:ext>
            </a:extLst>
          </p:cNvPr>
          <p:cNvSpPr>
            <a:spLocks noGrp="1"/>
          </p:cNvSpPr>
          <p:nvPr>
            <p:ph type="title"/>
          </p:nvPr>
        </p:nvSpPr>
        <p:spPr/>
        <p:txBody>
          <a:bodyPr anchor="t">
            <a:noAutofit/>
          </a:bodyPr>
          <a:lstStyle/>
          <a:p>
            <a:r>
              <a:rPr lang="en-US" sz="3200" dirty="0" err="1"/>
              <a:t>myNav</a:t>
            </a:r>
            <a:r>
              <a:rPr lang="en-US" sz="3200" dirty="0"/>
              <a:t> for AI-Driven Transformation Decisions</a:t>
            </a:r>
          </a:p>
        </p:txBody>
      </p:sp>
      <p:pic>
        <p:nvPicPr>
          <p:cNvPr id="8" name="Content Placeholder 7" descr="Sun on blue sky with clouds">
            <a:extLst>
              <a:ext uri="{FF2B5EF4-FFF2-40B4-BE49-F238E27FC236}">
                <a16:creationId xmlns:a16="http://schemas.microsoft.com/office/drawing/2014/main" id="{BBAE049A-B06A-48FA-AB17-66398A552226}"/>
              </a:ext>
            </a:extLst>
          </p:cNvPr>
          <p:cNvPicPr>
            <a:picLocks noGrp="1" noChangeAspect="1"/>
          </p:cNvPicPr>
          <p:nvPr>
            <p:ph type="pic" sz="quarter" idx="15"/>
          </p:nvPr>
        </p:nvPicPr>
        <p:blipFill>
          <a:blip r:embed="rId3"/>
          <a:srcRect l="11754" r="11754"/>
          <a:stretch/>
        </p:blipFill>
        <p:spPr/>
      </p:pic>
      <p:sp>
        <p:nvSpPr>
          <p:cNvPr id="5" name="Slide Number Placeholder 4">
            <a:extLst>
              <a:ext uri="{FF2B5EF4-FFF2-40B4-BE49-F238E27FC236}">
                <a16:creationId xmlns:a16="http://schemas.microsoft.com/office/drawing/2014/main" id="{F6E16B71-C6C8-EFA9-87CE-93260C3E2CCC}"/>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11</a:t>
            </a:fld>
            <a:endParaRPr lang="en-US"/>
          </a:p>
        </p:txBody>
      </p:sp>
      <p:sp>
        <p:nvSpPr>
          <p:cNvPr id="7" name="Content Placeholder 6">
            <a:extLst>
              <a:ext uri="{FF2B5EF4-FFF2-40B4-BE49-F238E27FC236}">
                <a16:creationId xmlns:a16="http://schemas.microsoft.com/office/drawing/2014/main" id="{3AC6CB60-E911-4CE2-65DC-BBB6E99030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marL="0" indent="0">
              <a:spcBef>
                <a:spcPts val="2500"/>
              </a:spcBef>
              <a:buFont typeface="Arial" panose="020B0604020202020204" pitchFamily="34" charset="0"/>
              <a:buNone/>
            </a:pPr>
            <a:r>
              <a:rPr lang="en-US" b="1" dirty="0"/>
              <a:t>AI-Driven Transformation Planning</a:t>
            </a:r>
          </a:p>
          <a:p>
            <a:pPr marL="0" lvl="1" indent="0">
              <a:buFont typeface="Arial" panose="020B0604020202020204" pitchFamily="34" charset="0"/>
              <a:buNone/>
            </a:pPr>
            <a:r>
              <a:rPr dirty="0" err="1"/>
              <a:t>myNav</a:t>
            </a:r>
            <a:r>
              <a:rPr dirty="0"/>
              <a:t> supports large-scale digital and cloud transformation planning through AI-powered simulation and scenario modeling.</a:t>
            </a:r>
            <a:endParaRPr lang="en-US" dirty="0"/>
          </a:p>
          <a:p>
            <a:pPr marL="0" indent="0">
              <a:spcBef>
                <a:spcPts val="2500"/>
              </a:spcBef>
              <a:buFont typeface="Arial" panose="020B0604020202020204" pitchFamily="34" charset="0"/>
              <a:buNone/>
            </a:pPr>
            <a:r>
              <a:rPr lang="en-US" b="1" dirty="0"/>
              <a:t>Risk and Cost Assessment</a:t>
            </a:r>
          </a:p>
          <a:p>
            <a:pPr marL="0" lvl="1" indent="0">
              <a:buFont typeface="Arial" panose="020B0604020202020204" pitchFamily="34" charset="0"/>
              <a:buNone/>
            </a:pPr>
            <a:r>
              <a:rPr dirty="0"/>
              <a:t>It evaluates application landscapes and infrastructure readiness to assess risk, cost, and timeline trade-offs for informed decisions.</a:t>
            </a:r>
            <a:endParaRPr lang="en-US" dirty="0"/>
          </a:p>
          <a:p>
            <a:pPr marL="0" indent="0">
              <a:spcBef>
                <a:spcPts val="2500"/>
              </a:spcBef>
              <a:buFont typeface="Arial" panose="020B0604020202020204" pitchFamily="34" charset="0"/>
              <a:buNone/>
            </a:pPr>
            <a:r>
              <a:rPr lang="en-US" b="1" dirty="0"/>
              <a:t>Ongoing Governance &amp; Adaptation</a:t>
            </a:r>
          </a:p>
          <a:p>
            <a:pPr marL="0" lvl="1" indent="0">
              <a:buFont typeface="Arial" panose="020B0604020202020204" pitchFamily="34" charset="0"/>
              <a:buNone/>
            </a:pPr>
            <a:r>
              <a:rPr dirty="0" err="1"/>
              <a:t>myNav</a:t>
            </a:r>
            <a:r>
              <a:rPr dirty="0"/>
              <a:t> tracks progress and adapts recommendations to ensure strategic goals are met during transformation execution.</a:t>
            </a:r>
            <a:endParaRPr lang="en-US" dirty="0"/>
          </a:p>
          <a:p>
            <a:pPr marL="0" indent="0">
              <a:spcBef>
                <a:spcPts val="2500"/>
              </a:spcBef>
              <a:buFont typeface="Arial" panose="020B0604020202020204" pitchFamily="34" charset="0"/>
              <a:buNone/>
            </a:pPr>
            <a:r>
              <a:rPr lang="en-US" b="1" dirty="0"/>
              <a:t>Integration Within Ecosystem</a:t>
            </a:r>
          </a:p>
          <a:p>
            <a:pPr marL="0" lvl="1" indent="0">
              <a:buFont typeface="Arial" panose="020B0604020202020204" pitchFamily="34" charset="0"/>
              <a:buNone/>
            </a:pPr>
            <a:r>
              <a:rPr dirty="0"/>
              <a:t>The platform integrates with delivery and operational tools to translate strategy into measurable outcomes effectively.</a:t>
            </a:r>
            <a:endParaRPr lang="en-US" dirty="0"/>
          </a:p>
        </p:txBody>
      </p:sp>
    </p:spTree>
    <p:extLst>
      <p:ext uri="{BB962C8B-B14F-4D97-AF65-F5344CB8AC3E}">
        <p14:creationId xmlns:p14="http://schemas.microsoft.com/office/powerpoint/2010/main" val="14060454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B41D-F2CC-C61D-D8CE-BF741FF95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E4C02-EA31-9F4F-CC2E-9A59BD74CAA9}"/>
              </a:ext>
            </a:extLst>
          </p:cNvPr>
          <p:cNvSpPr>
            <a:spLocks noGrp="1"/>
          </p:cNvSpPr>
          <p:nvPr>
            <p:ph type="title"/>
          </p:nvPr>
        </p:nvSpPr>
        <p:spPr/>
        <p:txBody>
          <a:bodyPr anchor="t">
            <a:noAutofit/>
          </a:bodyPr>
          <a:lstStyle/>
          <a:p>
            <a:r>
              <a:rPr lang="en-US" sz="3200" dirty="0"/>
              <a:t>AI Refinery as the Foundation for Agentic AI at Scale</a:t>
            </a:r>
          </a:p>
        </p:txBody>
      </p:sp>
      <p:pic>
        <p:nvPicPr>
          <p:cNvPr id="8" name="Content Placeholder 7" descr="Abstract Technology Background">
            <a:extLst>
              <a:ext uri="{FF2B5EF4-FFF2-40B4-BE49-F238E27FC236}">
                <a16:creationId xmlns:a16="http://schemas.microsoft.com/office/drawing/2014/main" id="{1448E585-D845-B6B0-D8AD-F1D7724E9413}"/>
              </a:ext>
            </a:extLst>
          </p:cNvPr>
          <p:cNvPicPr>
            <a:picLocks noGrp="1" noChangeAspect="1"/>
          </p:cNvPicPr>
          <p:nvPr>
            <p:ph type="pic" sz="quarter" idx="15"/>
          </p:nvPr>
        </p:nvPicPr>
        <p:blipFill>
          <a:blip r:embed="rId3"/>
          <a:srcRect l="17554" r="17554"/>
          <a:stretch>
            <a:fillRect/>
          </a:stretch>
        </p:blipFill>
        <p:spPr/>
      </p:pic>
      <p:sp>
        <p:nvSpPr>
          <p:cNvPr id="5" name="Slide Number Placeholder 4">
            <a:extLst>
              <a:ext uri="{FF2B5EF4-FFF2-40B4-BE49-F238E27FC236}">
                <a16:creationId xmlns:a16="http://schemas.microsoft.com/office/drawing/2014/main" id="{E09A9D9D-0A98-6674-7241-35E33E4CFC91}"/>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12</a:t>
            </a:fld>
            <a:endParaRPr lang="en-US"/>
          </a:p>
        </p:txBody>
      </p:sp>
      <p:sp>
        <p:nvSpPr>
          <p:cNvPr id="7" name="Content Placeholder 6">
            <a:extLst>
              <a:ext uri="{FF2B5EF4-FFF2-40B4-BE49-F238E27FC236}">
                <a16:creationId xmlns:a16="http://schemas.microsoft.com/office/drawing/2014/main" id="{659A5D75-F5A9-BA5A-5332-BCC614FD82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marL="0" indent="0">
              <a:spcBef>
                <a:spcPts val="2500"/>
              </a:spcBef>
              <a:buFont typeface="Arial" panose="020B0604020202020204" pitchFamily="34" charset="0"/>
              <a:buNone/>
            </a:pPr>
            <a:r>
              <a:rPr lang="en-US" b="1" dirty="0"/>
              <a:t>Comprehensive AI Platform</a:t>
            </a:r>
          </a:p>
          <a:p>
            <a:pPr marL="0" lvl="1" indent="0">
              <a:buFont typeface="Arial" panose="020B0604020202020204" pitchFamily="34" charset="0"/>
              <a:buNone/>
            </a:pPr>
            <a:r>
              <a:rPr dirty="0"/>
              <a:t>AI Refinery provides a framework for building, deploying, and scaling integrated agentic AI solutions across enterprises.</a:t>
            </a:r>
            <a:endParaRPr lang="en-US" dirty="0"/>
          </a:p>
          <a:p>
            <a:pPr marL="0" indent="0">
              <a:spcBef>
                <a:spcPts val="2500"/>
              </a:spcBef>
              <a:buFont typeface="Arial" panose="020B0604020202020204" pitchFamily="34" charset="0"/>
              <a:buNone/>
            </a:pPr>
            <a:r>
              <a:rPr lang="en-US" b="1" dirty="0"/>
              <a:t>Flexible Model Management</a:t>
            </a:r>
          </a:p>
          <a:p>
            <a:pPr marL="0" lvl="1" indent="0">
              <a:buFont typeface="Arial" panose="020B0604020202020204" pitchFamily="34" charset="0"/>
              <a:buNone/>
            </a:pPr>
            <a:r>
              <a:rPr dirty="0"/>
              <a:t>Supports multiple AI models and architectures, enabling selection based on performance, cost, and accuracy needs.</a:t>
            </a:r>
            <a:endParaRPr lang="en-US" dirty="0"/>
          </a:p>
          <a:p>
            <a:pPr marL="0" indent="0">
              <a:spcBef>
                <a:spcPts val="2500"/>
              </a:spcBef>
              <a:buFont typeface="Arial" panose="020B0604020202020204" pitchFamily="34" charset="0"/>
              <a:buNone/>
            </a:pPr>
            <a:r>
              <a:rPr lang="en-US" b="1" dirty="0"/>
              <a:t>Agent Orchestration and Workflow</a:t>
            </a:r>
          </a:p>
          <a:p>
            <a:pPr marL="0" lvl="1" indent="0">
              <a:buFont typeface="Arial" panose="020B0604020202020204" pitchFamily="34" charset="0"/>
              <a:buNone/>
            </a:pPr>
            <a:r>
              <a:rPr dirty="0"/>
              <a:t>Offers shared memory, orchestration, and monitoring to coordinate AI agents in complex workflows effectively.</a:t>
            </a:r>
            <a:endParaRPr lang="en-US" dirty="0"/>
          </a:p>
          <a:p>
            <a:pPr marL="0" indent="0">
              <a:spcBef>
                <a:spcPts val="2500"/>
              </a:spcBef>
              <a:buFont typeface="Arial" panose="020B0604020202020204" pitchFamily="34" charset="0"/>
              <a:buNone/>
            </a:pPr>
            <a:r>
              <a:rPr lang="en-US" b="1" dirty="0"/>
              <a:t>Governance and Responsible AI</a:t>
            </a:r>
          </a:p>
          <a:p>
            <a:pPr marL="0" lvl="1" indent="0">
              <a:buFont typeface="Arial" panose="020B0604020202020204" pitchFamily="34" charset="0"/>
              <a:buNone/>
            </a:pPr>
            <a:r>
              <a:rPr dirty="0"/>
              <a:t>Includes controls for security, cost, auditability, and Responsible AI compliance ensuring safe, transparent AI use.</a:t>
            </a:r>
            <a:endParaRPr lang="en-US" dirty="0"/>
          </a:p>
        </p:txBody>
      </p:sp>
    </p:spTree>
    <p:extLst>
      <p:ext uri="{BB962C8B-B14F-4D97-AF65-F5344CB8AC3E}">
        <p14:creationId xmlns:p14="http://schemas.microsoft.com/office/powerpoint/2010/main" val="3562995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B885EB8-A4AE-156D-9CC2-950337304AF5}"/>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13</a:t>
            </a:fld>
            <a:endParaRPr lang="en-US"/>
          </a:p>
        </p:txBody>
      </p:sp>
      <p:sp>
        <p:nvSpPr>
          <p:cNvPr id="15" name="Rectangle 2">
            <a:extLst>
              <a:ext uri="{FF2B5EF4-FFF2-40B4-BE49-F238E27FC236}">
                <a16:creationId xmlns:a16="http://schemas.microsoft.com/office/drawing/2014/main" id="{3F6FA38E-87AC-597B-ADE3-30779B8BDFAC}"/>
              </a:ext>
            </a:extLst>
          </p:cNvPr>
          <p:cNvSpPr>
            <a:spLocks noChangeArrowheads="1"/>
          </p:cNvSpPr>
          <p:nvPr/>
        </p:nvSpPr>
        <p:spPr bwMode="auto">
          <a:xfrm>
            <a:off x="479644" y="81039"/>
            <a:ext cx="9872896" cy="866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28528" rIns="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900" b="1" dirty="0">
                <a:latin typeface="+mj-lt"/>
                <a:ea typeface="+mj-ea"/>
                <a:cs typeface="+mj-cs"/>
              </a:rPr>
              <a:t>Comparison of AI Tools (Amethyst, Copilot, </a:t>
            </a:r>
            <a:r>
              <a:rPr lang="en-US" altLang="en-US" sz="1900" b="1" dirty="0" err="1">
                <a:latin typeface="+mj-lt"/>
                <a:ea typeface="+mj-ea"/>
                <a:cs typeface="+mj-cs"/>
              </a:rPr>
              <a:t>myNav</a:t>
            </a:r>
            <a:r>
              <a:rPr lang="en-US" altLang="en-US" sz="1900" b="1" dirty="0">
                <a:latin typeface="+mj-lt"/>
                <a:ea typeface="+mj-ea"/>
                <a:cs typeface="+mj-cs"/>
              </a:rPr>
              <a:t>, SynOps, AI Refinery, GenWizard)</a:t>
            </a:r>
            <a:r>
              <a:rPr kumimoji="0" lang="en-US" altLang="en-US" sz="2000" b="0" i="0" u="none" strike="noStrike" cap="none" normalizeH="0" baseline="0" dirty="0">
                <a:ln>
                  <a:noFill/>
                </a:ln>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Table 13">
            <a:extLst>
              <a:ext uri="{FF2B5EF4-FFF2-40B4-BE49-F238E27FC236}">
                <a16:creationId xmlns:a16="http://schemas.microsoft.com/office/drawing/2014/main" id="{387439A2-F050-EFBC-C568-5D6D449B08D9}"/>
              </a:ext>
            </a:extLst>
          </p:cNvPr>
          <p:cNvGraphicFramePr>
            <a:graphicFrameLocks noGrp="1"/>
          </p:cNvGraphicFramePr>
          <p:nvPr>
            <p:extLst>
              <p:ext uri="{D42A27DB-BD31-4B8C-83A1-F6EECF244321}">
                <p14:modId xmlns:p14="http://schemas.microsoft.com/office/powerpoint/2010/main" val="4101586927"/>
              </p:ext>
            </p:extLst>
          </p:nvPr>
        </p:nvGraphicFramePr>
        <p:xfrm>
          <a:off x="164592" y="679574"/>
          <a:ext cx="11868911" cy="6132882"/>
        </p:xfrm>
        <a:graphic>
          <a:graphicData uri="http://schemas.openxmlformats.org/drawingml/2006/table">
            <a:tbl>
              <a:tblPr firstRow="1" firstCol="1" bandRow="1"/>
              <a:tblGrid>
                <a:gridCol w="1060704">
                  <a:extLst>
                    <a:ext uri="{9D8B030D-6E8A-4147-A177-3AD203B41FA5}">
                      <a16:colId xmlns:a16="http://schemas.microsoft.com/office/drawing/2014/main" val="1437239228"/>
                    </a:ext>
                  </a:extLst>
                </a:gridCol>
                <a:gridCol w="1709928">
                  <a:extLst>
                    <a:ext uri="{9D8B030D-6E8A-4147-A177-3AD203B41FA5}">
                      <a16:colId xmlns:a16="http://schemas.microsoft.com/office/drawing/2014/main" val="2152211387"/>
                    </a:ext>
                  </a:extLst>
                </a:gridCol>
                <a:gridCol w="1746504">
                  <a:extLst>
                    <a:ext uri="{9D8B030D-6E8A-4147-A177-3AD203B41FA5}">
                      <a16:colId xmlns:a16="http://schemas.microsoft.com/office/drawing/2014/main" val="2817883227"/>
                    </a:ext>
                  </a:extLst>
                </a:gridCol>
                <a:gridCol w="1764792">
                  <a:extLst>
                    <a:ext uri="{9D8B030D-6E8A-4147-A177-3AD203B41FA5}">
                      <a16:colId xmlns:a16="http://schemas.microsoft.com/office/drawing/2014/main" val="3293399774"/>
                    </a:ext>
                  </a:extLst>
                </a:gridCol>
                <a:gridCol w="1682496">
                  <a:extLst>
                    <a:ext uri="{9D8B030D-6E8A-4147-A177-3AD203B41FA5}">
                      <a16:colId xmlns:a16="http://schemas.microsoft.com/office/drawing/2014/main" val="45150930"/>
                    </a:ext>
                  </a:extLst>
                </a:gridCol>
                <a:gridCol w="1655064">
                  <a:extLst>
                    <a:ext uri="{9D8B030D-6E8A-4147-A177-3AD203B41FA5}">
                      <a16:colId xmlns:a16="http://schemas.microsoft.com/office/drawing/2014/main" val="401666675"/>
                    </a:ext>
                  </a:extLst>
                </a:gridCol>
                <a:gridCol w="2249423">
                  <a:extLst>
                    <a:ext uri="{9D8B030D-6E8A-4147-A177-3AD203B41FA5}">
                      <a16:colId xmlns:a16="http://schemas.microsoft.com/office/drawing/2014/main" val="654915598"/>
                    </a:ext>
                  </a:extLst>
                </a:gridCol>
              </a:tblGrid>
              <a:tr h="164404">
                <a:tc>
                  <a:txBody>
                    <a:bodyPr/>
                    <a:lstStyle/>
                    <a:p>
                      <a:pPr marL="0" marR="0">
                        <a:lnSpc>
                          <a:spcPct val="115000"/>
                        </a:lnSpc>
                        <a:spcAft>
                          <a:spcPts val="800"/>
                        </a:spcAft>
                        <a:buNone/>
                      </a:pPr>
                      <a:r>
                        <a:rPr lang="en-US" sz="1200" b="1" kern="100" dirty="0">
                          <a:effectLst/>
                          <a:latin typeface="Aptos" panose="020B0004020202020204" pitchFamily="34" charset="0"/>
                          <a:ea typeface="Times New Roman" panose="02020603050405020304" pitchFamily="18" charset="0"/>
                          <a:cs typeface="Times New Roman" panose="02020603050405020304" pitchFamily="18" charset="0"/>
                        </a:rPr>
                        <a:t>Criteria</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1050" b="1" kern="100" dirty="0">
                          <a:effectLst/>
                          <a:latin typeface="Aptos" panose="020B0004020202020204" pitchFamily="34" charset="0"/>
                          <a:ea typeface="Times New Roman" panose="02020603050405020304" pitchFamily="18" charset="0"/>
                          <a:cs typeface="Times New Roman" panose="02020603050405020304" pitchFamily="18" charset="0"/>
                        </a:rPr>
                        <a:t>Amethyst</a:t>
                      </a:r>
                      <a:endParaRPr lang="en-US"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1050" b="1" kern="100" dirty="0">
                          <a:effectLst/>
                          <a:latin typeface="Aptos" panose="020B0004020202020204" pitchFamily="34" charset="0"/>
                          <a:ea typeface="Times New Roman" panose="02020603050405020304" pitchFamily="18" charset="0"/>
                          <a:cs typeface="Times New Roman" panose="02020603050405020304" pitchFamily="18" charset="0"/>
                        </a:rPr>
                        <a:t>Copilot (Microsoft 365)</a:t>
                      </a:r>
                      <a:endParaRPr lang="en-US"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1050" b="1" kern="100" dirty="0" err="1">
                          <a:effectLst/>
                          <a:latin typeface="Aptos" panose="020B0004020202020204" pitchFamily="34" charset="0"/>
                          <a:ea typeface="Times New Roman" panose="02020603050405020304" pitchFamily="18" charset="0"/>
                          <a:cs typeface="Times New Roman" panose="02020603050405020304" pitchFamily="18" charset="0"/>
                        </a:rPr>
                        <a:t>myNav</a:t>
                      </a:r>
                      <a:endParaRPr lang="en-US"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1050" b="1" kern="100" dirty="0">
                          <a:effectLst/>
                          <a:latin typeface="Aptos" panose="020B0004020202020204" pitchFamily="34" charset="0"/>
                          <a:ea typeface="Times New Roman" panose="02020603050405020304" pitchFamily="18" charset="0"/>
                          <a:cs typeface="Times New Roman" panose="02020603050405020304" pitchFamily="18" charset="0"/>
                        </a:rPr>
                        <a:t>SynOps</a:t>
                      </a:r>
                      <a:endParaRPr lang="en-US"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1050" b="1" kern="100" dirty="0">
                          <a:effectLst/>
                          <a:latin typeface="Aptos" panose="020B0004020202020204" pitchFamily="34" charset="0"/>
                          <a:ea typeface="Times New Roman" panose="02020603050405020304" pitchFamily="18" charset="0"/>
                          <a:cs typeface="Times New Roman" panose="02020603050405020304" pitchFamily="18" charset="0"/>
                        </a:rPr>
                        <a:t>AI Refinery</a:t>
                      </a:r>
                      <a:endParaRPr lang="en-US" sz="105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900" b="1" kern="100" dirty="0">
                          <a:effectLst/>
                          <a:latin typeface="Aptos" panose="020B0004020202020204" pitchFamily="34" charset="0"/>
                          <a:ea typeface="Times New Roman" panose="02020603050405020304" pitchFamily="18" charset="0"/>
                          <a:cs typeface="Times New Roman" panose="02020603050405020304" pitchFamily="18" charset="0"/>
                        </a:rPr>
                        <a:t>GenWizard</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3809883021"/>
                  </a:ext>
                </a:extLst>
              </a:tr>
              <a:tr h="962362">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Primary purpose</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Internal generative AI assistant for secure, compliant productivity and knowledge access.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AI assistant embedded in Microsoft 365 apps to boost day-to-day productivity.</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AI-driven transformation planning, simulation, and decision support.</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AI-powered operations platform to run/reinvent business processes at scale.</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Foundation for building, deploying, and scaling agentic AI solutions with orchestration and governance.</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Accenture’s full-suite GenAI platform to transform the technology delivery lifecycle—built on </a:t>
                      </a:r>
                      <a:r>
                        <a:rPr lang="en-US" sz="800" kern="100" dirty="0" err="1">
                          <a:effectLst/>
                          <a:latin typeface="Aptos" panose="020B0004020202020204" pitchFamily="34" charset="0"/>
                          <a:ea typeface="Times New Roman" panose="02020603050405020304" pitchFamily="18" charset="0"/>
                          <a:cs typeface="Times New Roman" panose="02020603050405020304" pitchFamily="18" charset="0"/>
                        </a:rPr>
                        <a:t>myWizard</a:t>
                      </a: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a:t>
                      </a:r>
                      <a:r>
                        <a:rPr lang="en-US" sz="800" kern="100" dirty="0" err="1">
                          <a:effectLst/>
                          <a:latin typeface="Aptos" panose="020B0004020202020204" pitchFamily="34" charset="0"/>
                          <a:ea typeface="Times New Roman" panose="02020603050405020304" pitchFamily="18" charset="0"/>
                          <a:cs typeface="Times New Roman" panose="02020603050405020304" pitchFamily="18" charset="0"/>
                        </a:rPr>
                        <a:t>myConcerto</a:t>
                      </a: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 and aligned to Responsible AI.</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2710785103"/>
                  </a:ext>
                </a:extLst>
              </a:tr>
              <a:tr h="599221">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Typical users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Employees seeking internal info, drafting/summarization, enablement/experimentation.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Licensed users working in Outlook, Teams, Word, Excel, PowerPoint.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Transformation, cloud, and modernization teams; program leadership.</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Operations/managed services teams; process owners; delivery execution roles.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AI/engineering teams building multi-agent solutions and reusable AI services.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Technology delivery practitioners across the SDLC (engineering, testing, modernization, platform implementation).</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285756668"/>
                  </a:ext>
                </a:extLst>
              </a:tr>
              <a:tr h="599221">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Where it works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Web/Teams-style experience; designed for internal use within controlled environment.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Within Microsoft 365 applications and experiences (e.g., Teams, Word, Excel).</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Platform experience supporting assessment and planning workflows.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Operational platform spanning data + automation + analytics + human workflows.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Platform layer for enterprise deployment (build/orchestrate/monitor agents).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GenWizard platform/portal and modules used across delivery workflows (availability varies by environment).</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4263426509"/>
                  </a:ext>
                </a:extLst>
              </a:tr>
              <a:tr h="1019565">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Key capabilities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Summarize documents, generate structured content, answer contextual questions; supports safe experimentation and standardization.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Draft/summarize emails and documents, extract meeting action items, analyze data with natural language, generate presentations.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Scenario modeling, risk/cost/timeline trade-offs, roadmap and governance support.</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End-to-end orchestration, intelligent automation (RPA + analytics + gen AI agents), performance monitoring, outcome-focused execution.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Model management, agent orchestration/workflows, shared memory, monitoring, cost/security/audit controls and Responsible AI governance.</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SDLC acceleration and modernization (analyze/refactor code, generate docs, design/coding/testing support), plus knowledge transition and enterprise platform delivery automation (SAP/Oracle/Salesforce/Workday).</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3002687004"/>
                  </a:ext>
                </a:extLst>
              </a:tr>
              <a:tr h="691470">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Primary data / knowledge sources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Approved internal knowledge sources and enterprise data (within governed access).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Your Microsoft 365 context and content you have permissions to access (mail, files, meetings, chats).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Application/infrastructure landscape data and transformation inputs for simulation and planning.</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Operational data, process telemetry, automation signals, analytics models, and embedded agent capabilities.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Connected enterprise sources, curated datasets, and models used by orchestrated agents (governed).</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Project artifacts (requirements, designs, code, tickets) and approved knowledge bases/connected sources—subject to access controls.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253401602"/>
                  </a:ext>
                </a:extLst>
              </a:tr>
              <a:tr h="599221">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Typical outputs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Chat answers, summaries, drafts, reusable snippets/templates.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In-app drafts, summaries, action items, analyses, slides and tables.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Plans, scenarios, recommendations, risk/cost views, progress insights.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Automated workflows, operational insights, performance narratives, alerts.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Production-grade agents/services, orchestrated workflows, telemetry and compliance artifacts.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Generated delivery artifacts (docs, designs, user stories, test assets), modernization outputs (code insights/refactoring support), and knowledge-base content.</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3903469450"/>
                  </a:ext>
                </a:extLst>
              </a:tr>
              <a:tr h="691470">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Best used when…</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You need secure internal help, policy/process guidance, and rapid drafting/summarization.</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You want AI help directly inside M365 content (emails, docs, meetings, spreadsheets).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You need to decide </a:t>
                      </a:r>
                      <a:r>
                        <a:rPr lang="en-US" sz="800" i="1" kern="100">
                          <a:effectLst/>
                          <a:latin typeface="Aptos" panose="020B0004020202020204" pitchFamily="34" charset="0"/>
                          <a:ea typeface="Times New Roman" panose="02020603050405020304" pitchFamily="18" charset="0"/>
                          <a:cs typeface="Times New Roman" panose="02020603050405020304" pitchFamily="18" charset="0"/>
                        </a:rPr>
                        <a:t>what</a:t>
                      </a:r>
                      <a:r>
                        <a:rPr lang="en-US" sz="800" kern="100">
                          <a:effectLst/>
                          <a:latin typeface="Aptos" panose="020B0004020202020204" pitchFamily="34" charset="0"/>
                          <a:ea typeface="Times New Roman" panose="02020603050405020304" pitchFamily="18" charset="0"/>
                          <a:cs typeface="Times New Roman" panose="02020603050405020304" pitchFamily="18" charset="0"/>
                        </a:rPr>
                        <a:t> to transform and </a:t>
                      </a:r>
                      <a:r>
                        <a:rPr lang="en-US" sz="800" i="1" kern="100">
                          <a:effectLst/>
                          <a:latin typeface="Aptos" panose="020B0004020202020204" pitchFamily="34" charset="0"/>
                          <a:ea typeface="Times New Roman" panose="02020603050405020304" pitchFamily="18" charset="0"/>
                          <a:cs typeface="Times New Roman" panose="02020603050405020304" pitchFamily="18" charset="0"/>
                        </a:rPr>
                        <a:t>how</a:t>
                      </a:r>
                      <a:r>
                        <a:rPr lang="en-US" sz="800" kern="100">
                          <a:effectLst/>
                          <a:latin typeface="Aptos" panose="020B0004020202020204" pitchFamily="34" charset="0"/>
                          <a:ea typeface="Times New Roman" panose="02020603050405020304" pitchFamily="18" charset="0"/>
                          <a:cs typeface="Times New Roman" panose="02020603050405020304" pitchFamily="18" charset="0"/>
                        </a:rPr>
                        <a:t> (options, trade-offs, sequencing).</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You need to run operations with automation and continuous optimization at scale.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You need to build and scale agentic AI beyond single-chat use cases with governance.</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You need GenAI embedded in delivery to speed up engineering/modernization and improve quality—especially on complex programs or enterprise platforms.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2897198306"/>
                  </a:ext>
                </a:extLst>
              </a:tr>
              <a:tr h="770454">
                <a:tc>
                  <a:txBody>
                    <a:bodyPr/>
                    <a:lstStyle/>
                    <a:p>
                      <a:pPr marL="0" marR="0">
                        <a:lnSpc>
                          <a:spcPct val="115000"/>
                        </a:lnSpc>
                        <a:spcAft>
                          <a:spcPts val="800"/>
                        </a:spcAft>
                        <a:buNone/>
                      </a:pPr>
                      <a:r>
                        <a:rPr lang="en-US" sz="1000" b="1" kern="100" dirty="0">
                          <a:effectLst/>
                          <a:latin typeface="Aptos" panose="020B0004020202020204" pitchFamily="34" charset="0"/>
                          <a:ea typeface="Times New Roman" panose="02020603050405020304" pitchFamily="18" charset="0"/>
                          <a:cs typeface="Times New Roman" panose="02020603050405020304" pitchFamily="18" charset="0"/>
                        </a:rPr>
                        <a:t>Notes / limitations</a:t>
                      </a:r>
                      <a:endParaRPr lang="en-US" sz="1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Designed for internal use; follow Responsible AI and data-handling guidance.</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Requires appropriate licensing and only surfaces content you’re permitted to access.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Depends on quality/completeness of landscape data and assumptions used in simulations.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a:effectLst/>
                          <a:latin typeface="Aptos" panose="020B0004020202020204" pitchFamily="34" charset="0"/>
                          <a:ea typeface="Times New Roman" panose="02020603050405020304" pitchFamily="18" charset="0"/>
                          <a:cs typeface="Times New Roman" panose="02020603050405020304" pitchFamily="18" charset="0"/>
                        </a:rPr>
                        <a:t>Most effective when integrated with operational data, automation assets, and defined outcome metrics.</a:t>
                      </a:r>
                      <a:endParaRPr lang="en-US" sz="800" kern="10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Typically used by builders; requires engineering/governance practices for production deployments.</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272" marR="9272"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tc>
                  <a:txBody>
                    <a:bodyPr/>
                    <a:lstStyle/>
                    <a:p>
                      <a:pPr marL="0" marR="0">
                        <a:lnSpc>
                          <a:spcPct val="115000"/>
                        </a:lnSpc>
                        <a:spcAft>
                          <a:spcPts val="800"/>
                        </a:spcAft>
                        <a:buNone/>
                      </a:pPr>
                      <a:r>
                        <a:rPr lang="en-US" sz="800" kern="100" dirty="0">
                          <a:effectLst/>
                          <a:latin typeface="Aptos" panose="020B0004020202020204" pitchFamily="34" charset="0"/>
                          <a:ea typeface="Times New Roman" panose="02020603050405020304" pitchFamily="18" charset="0"/>
                          <a:cs typeface="Times New Roman" panose="02020603050405020304" pitchFamily="18" charset="0"/>
                        </a:rPr>
                        <a:t>Follow Responsible AI/security and client-data approvals; modules and deployment options can vary by environment.</a:t>
                      </a:r>
                      <a:endParaRPr lang="en-US" sz="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12700" cap="flat" cmpd="sng" algn="ctr">
                      <a:solidFill>
                        <a:srgbClr val="45B0E1"/>
                      </a:solidFill>
                      <a:prstDash val="solid"/>
                      <a:round/>
                      <a:headEnd type="none" w="med" len="med"/>
                      <a:tailEnd type="none" w="med" len="med"/>
                    </a:lnL>
                    <a:lnR w="12700" cap="flat" cmpd="sng" algn="ctr">
                      <a:solidFill>
                        <a:srgbClr val="45B0E1"/>
                      </a:solidFill>
                      <a:prstDash val="solid"/>
                      <a:round/>
                      <a:headEnd type="none" w="med" len="med"/>
                      <a:tailEnd type="none" w="med" len="med"/>
                    </a:lnR>
                    <a:lnT w="12700" cap="flat" cmpd="sng" algn="ctr">
                      <a:solidFill>
                        <a:srgbClr val="45B0E1"/>
                      </a:solidFill>
                      <a:prstDash val="solid"/>
                      <a:round/>
                      <a:headEnd type="none" w="med" len="med"/>
                      <a:tailEnd type="none" w="med" len="med"/>
                    </a:lnT>
                    <a:lnB w="12700" cap="flat" cmpd="sng" algn="ctr">
                      <a:solidFill>
                        <a:srgbClr val="45B0E1"/>
                      </a:solidFill>
                      <a:prstDash val="solid"/>
                      <a:round/>
                      <a:headEnd type="none" w="med" len="med"/>
                      <a:tailEnd type="none" w="med" len="med"/>
                    </a:lnB>
                    <a:noFill/>
                  </a:tcPr>
                </a:tc>
                <a:extLst>
                  <a:ext uri="{0D108BD9-81ED-4DB2-BD59-A6C34878D82A}">
                    <a16:rowId xmlns:a16="http://schemas.microsoft.com/office/drawing/2014/main" val="1397544307"/>
                  </a:ext>
                </a:extLst>
              </a:tr>
            </a:tbl>
          </a:graphicData>
        </a:graphic>
      </p:graphicFrame>
    </p:spTree>
    <p:extLst>
      <p:ext uri="{BB962C8B-B14F-4D97-AF65-F5344CB8AC3E}">
        <p14:creationId xmlns:p14="http://schemas.microsoft.com/office/powerpoint/2010/main" val="219600951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CD5BD00B-2923-3C0B-FAD4-05E08919EF62}"/>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B86A7B2-1331-9201-CFE6-65C31FB3767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3A237FAB-2767-8AE7-28F7-019CDF33E9A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89525BF5-7555-01F8-5CB0-C0BD60B2A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C989C7D8-71E5-2E11-6EC5-DC8BEBB7A9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0C3561DB-5D76-57D3-D875-A291BBFF944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B4942EC5-9C42-A4E7-66D9-31FB2674D6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AE35324C-475D-2280-5F21-3DACB784D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25B47BE6-3B9C-B5F2-4084-A3F598D84C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4B0E4608-6E22-08CC-544E-3D680AF85E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F393C05A-6ACB-656C-E138-345C047A0F68}"/>
              </a:ext>
            </a:extLst>
          </p:cNvPr>
          <p:cNvSpPr>
            <a:spLocks noGrp="1"/>
          </p:cNvSpPr>
          <p:nvPr>
            <p:ph type="title"/>
          </p:nvPr>
        </p:nvSpPr>
        <p:spPr>
          <a:xfrm>
            <a:off x="1154955" y="1447800"/>
            <a:ext cx="6974915" cy="1141407"/>
          </a:xfrm>
        </p:spPr>
        <p:txBody>
          <a:bodyPr vert="horz" lIns="91440" tIns="45720" rIns="91440" bIns="45720" rtlCol="0" anchor="b">
            <a:normAutofit fontScale="90000"/>
          </a:bodyPr>
          <a:lstStyle/>
          <a:p>
            <a:pPr>
              <a:lnSpc>
                <a:spcPct val="90000"/>
              </a:lnSpc>
            </a:pPr>
            <a:r>
              <a:rPr lang="en-US" sz="5400" dirty="0"/>
              <a:t>AI Tools Used in Barclays</a:t>
            </a:r>
            <a:endParaRPr lang="en-US" sz="5000" b="0" i="0" kern="1200" dirty="0">
              <a:solidFill>
                <a:schemeClr val="tx2"/>
              </a:solidFill>
              <a:latin typeface="+mj-lt"/>
              <a:ea typeface="+mj-ea"/>
              <a:cs typeface="+mj-cs"/>
            </a:endParaRPr>
          </a:p>
        </p:txBody>
      </p:sp>
      <p:sp>
        <p:nvSpPr>
          <p:cNvPr id="29" name="Rectangle 28">
            <a:extLst>
              <a:ext uri="{FF2B5EF4-FFF2-40B4-BE49-F238E27FC236}">
                <a16:creationId xmlns:a16="http://schemas.microsoft.com/office/drawing/2014/main" id="{DA03D1BB-28B6-1243-060C-540F1BE82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73406C4E-6EF5-F840-55A0-86AA68CE8944}"/>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8E274F5D-21DC-40EF-8DBA-AB9BB119E939}" type="slidenum">
              <a:rPr lang="en-US" b="0" i="0" kern="1200">
                <a:solidFill>
                  <a:srgbClr val="FFFFFF"/>
                </a:solidFill>
                <a:latin typeface="+mn-lt"/>
                <a:ea typeface="+mn-ea"/>
                <a:cs typeface="+mn-cs"/>
              </a:rPr>
              <a:pPr defTabSz="457200">
                <a:spcAft>
                  <a:spcPts val="600"/>
                </a:spcAft>
              </a:pPr>
              <a:t>14</a:t>
            </a:fld>
            <a:endParaRPr lang="en-US" b="0" i="0" kern="1200">
              <a:solidFill>
                <a:srgbClr val="FFFFFF"/>
              </a:solidFill>
              <a:latin typeface="+mn-lt"/>
              <a:ea typeface="+mn-ea"/>
              <a:cs typeface="+mn-cs"/>
            </a:endParaRPr>
          </a:p>
        </p:txBody>
      </p:sp>
      <p:sp>
        <p:nvSpPr>
          <p:cNvPr id="3" name="Title 1">
            <a:extLst>
              <a:ext uri="{FF2B5EF4-FFF2-40B4-BE49-F238E27FC236}">
                <a16:creationId xmlns:a16="http://schemas.microsoft.com/office/drawing/2014/main" id="{A68540B3-97B8-6432-E7AC-003A9E1F6256}"/>
              </a:ext>
            </a:extLst>
          </p:cNvPr>
          <p:cNvSpPr txBox="1">
            <a:spLocks/>
          </p:cNvSpPr>
          <p:nvPr/>
        </p:nvSpPr>
        <p:spPr>
          <a:xfrm>
            <a:off x="1024497" y="5145890"/>
            <a:ext cx="6974915" cy="1141407"/>
          </a:xfrm>
          <a:prstGeom prst="rect">
            <a:avLst/>
          </a:prstGeom>
        </p:spPr>
        <p:txBody>
          <a:bodyPr vert="horz" lIns="91440" tIns="45720" rIns="91440" bIns="45720" rtlCol="0" anchor="b">
            <a:noAutofit/>
          </a:bodyPr>
          <a:lstStyle>
            <a:lvl1pPr algn="l" defTabSz="457200" rtl="0" eaLnBrk="1" latinLnBrk="0" hangingPunct="1">
              <a:spcBef>
                <a:spcPct val="0"/>
              </a:spcBef>
              <a:buNone/>
              <a:defRPr sz="6900" b="0" i="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buFont typeface="Arial" panose="020B0604020202020204" pitchFamily="34" charset="0"/>
              <a:buChar char="•"/>
            </a:pPr>
            <a:r>
              <a:rPr lang="en-US" sz="2800" dirty="0"/>
              <a:t>Barclays is scaling Generative AI across engineering and enterprise workflows</a:t>
            </a:r>
          </a:p>
          <a:p>
            <a:pPr marL="457200" indent="-457200">
              <a:buFont typeface="Arial" panose="020B0604020202020204" pitchFamily="34" charset="0"/>
              <a:buChar char="•"/>
            </a:pPr>
            <a:r>
              <a:rPr lang="en-US" sz="2800" dirty="0"/>
              <a:t>Focus on productivity, security, and software delivery</a:t>
            </a:r>
          </a:p>
          <a:p>
            <a:pPr marL="457200" indent="-457200">
              <a:buFont typeface="Arial" panose="020B0604020202020204" pitchFamily="34" charset="0"/>
              <a:buChar char="•"/>
            </a:pPr>
            <a:r>
              <a:rPr lang="en-US" sz="2800" dirty="0"/>
              <a:t>Key tools include GitLab Duo, Co Pilot and Claude AI</a:t>
            </a:r>
          </a:p>
        </p:txBody>
      </p:sp>
    </p:spTree>
    <p:extLst>
      <p:ext uri="{BB962C8B-B14F-4D97-AF65-F5344CB8AC3E}">
        <p14:creationId xmlns:p14="http://schemas.microsoft.com/office/powerpoint/2010/main" val="374498260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E69F8-DE12-1200-A7EE-56682BF535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D283D-87A3-5B25-303A-963248285AE5}"/>
              </a:ext>
            </a:extLst>
          </p:cNvPr>
          <p:cNvSpPr>
            <a:spLocks noGrp="1"/>
          </p:cNvSpPr>
          <p:nvPr>
            <p:ph type="title"/>
          </p:nvPr>
        </p:nvSpPr>
        <p:spPr/>
        <p:txBody>
          <a:bodyPr anchor="t">
            <a:noAutofit/>
          </a:bodyPr>
          <a:lstStyle/>
          <a:p>
            <a:r>
              <a:rPr lang="en-US" sz="3200" dirty="0"/>
              <a:t>GitLab Duo Chat - Al Agent for</a:t>
            </a:r>
            <a:br>
              <a:rPr lang="en-US" sz="3200" dirty="0"/>
            </a:br>
            <a:r>
              <a:rPr lang="en-US" sz="3200" dirty="0"/>
              <a:t>Software Delivery</a:t>
            </a:r>
            <a:br>
              <a:rPr lang="en-US" sz="3200" dirty="0"/>
            </a:br>
            <a:endParaRPr lang="en-US" sz="3200" dirty="0"/>
          </a:p>
        </p:txBody>
      </p:sp>
      <p:pic>
        <p:nvPicPr>
          <p:cNvPr id="8" name="Content Placeholder 7" descr="Lightbulb off with illuminated background">
            <a:extLst>
              <a:ext uri="{FF2B5EF4-FFF2-40B4-BE49-F238E27FC236}">
                <a16:creationId xmlns:a16="http://schemas.microsoft.com/office/drawing/2014/main" id="{F5C5358C-1F6B-D8DE-0CDC-F4BE8AB01C91}"/>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1751" r="11751"/>
          <a:stretch/>
        </p:blipFill>
        <p:spPr/>
      </p:pic>
      <p:sp>
        <p:nvSpPr>
          <p:cNvPr id="5" name="Slide Number Placeholder 4">
            <a:extLst>
              <a:ext uri="{FF2B5EF4-FFF2-40B4-BE49-F238E27FC236}">
                <a16:creationId xmlns:a16="http://schemas.microsoft.com/office/drawing/2014/main" id="{CC0F88F6-60C7-D8E2-9E77-6A4087981833}"/>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15</a:t>
            </a:fld>
            <a:endParaRPr lang="en-US"/>
          </a:p>
        </p:txBody>
      </p:sp>
      <p:sp>
        <p:nvSpPr>
          <p:cNvPr id="7" name="Content Placeholder 6">
            <a:extLst>
              <a:ext uri="{FF2B5EF4-FFF2-40B4-BE49-F238E27FC236}">
                <a16:creationId xmlns:a16="http://schemas.microsoft.com/office/drawing/2014/main" id="{D3B93CAC-9F71-FF16-BD0C-480E8C4B09D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10000"/>
          </a:bodyPr>
          <a:lstStyle/>
          <a:p>
            <a:pPr marL="0" indent="0">
              <a:spcBef>
                <a:spcPts val="2500"/>
              </a:spcBef>
              <a:buFont typeface="Arial" panose="020B0604020202020204" pitchFamily="34" charset="0"/>
              <a:buNone/>
            </a:pPr>
            <a:r>
              <a:rPr lang="en-US" sz="2100" b="1" dirty="0"/>
              <a:t>Embedded Al Agent in GitLab</a:t>
            </a:r>
          </a:p>
          <a:p>
            <a:pPr marL="0" indent="0">
              <a:buNone/>
            </a:pPr>
            <a:r>
              <a:rPr lang="en-US" sz="1800" dirty="0"/>
              <a:t>Context-aware assistant integrated into repositories, issues, merge requests, and CI/CD pipelines.</a:t>
            </a:r>
          </a:p>
          <a:p>
            <a:pPr marL="0" indent="0">
              <a:spcBef>
                <a:spcPts val="2500"/>
              </a:spcBef>
              <a:buFont typeface="Arial" panose="020B0604020202020204" pitchFamily="34" charset="0"/>
              <a:buNone/>
            </a:pPr>
            <a:r>
              <a:rPr lang="en-US" sz="2100" b="1" dirty="0"/>
              <a:t>Developer Productivity at Scale</a:t>
            </a:r>
          </a:p>
          <a:p>
            <a:pPr marL="0" indent="0">
              <a:buNone/>
            </a:pPr>
            <a:r>
              <a:rPr lang="en-US" sz="1800" dirty="0"/>
              <a:t>Explains code, generates tests, suggests refactoring, and assists with debugging across the SDLC.</a:t>
            </a:r>
          </a:p>
          <a:p>
            <a:pPr marL="0" indent="0">
              <a:spcBef>
                <a:spcPts val="2500"/>
              </a:spcBef>
              <a:buFont typeface="Arial" panose="020B0604020202020204" pitchFamily="34" charset="0"/>
              <a:buNone/>
            </a:pPr>
            <a:r>
              <a:rPr lang="en-US" sz="2100" b="1" dirty="0"/>
              <a:t>Enterprise-Grade Security</a:t>
            </a:r>
          </a:p>
          <a:p>
            <a:pPr marL="0" indent="0">
              <a:spcBef>
                <a:spcPts val="2500"/>
              </a:spcBef>
              <a:buFont typeface="Arial" panose="020B0604020202020204" pitchFamily="34" charset="0"/>
              <a:buNone/>
            </a:pPr>
            <a:r>
              <a:rPr lang="en-US" sz="1800" dirty="0"/>
              <a:t>Operates within GitLab permissions and governance, ensuring secure handling of source code and data.</a:t>
            </a:r>
          </a:p>
          <a:p>
            <a:pPr marL="0" indent="0">
              <a:spcBef>
                <a:spcPts val="2500"/>
              </a:spcBef>
              <a:buFont typeface="Arial" panose="020B0604020202020204" pitchFamily="34" charset="0"/>
              <a:buNone/>
            </a:pPr>
            <a:r>
              <a:rPr lang="en-US" sz="2100" b="1" dirty="0"/>
              <a:t>Accelerated Engineering Outcomes</a:t>
            </a:r>
          </a:p>
          <a:p>
            <a:pPr marL="0" indent="0">
              <a:spcBef>
                <a:spcPts val="2500"/>
              </a:spcBef>
              <a:buFont typeface="Arial" panose="020B0604020202020204" pitchFamily="34" charset="0"/>
              <a:buNone/>
            </a:pPr>
            <a:r>
              <a:rPr lang="en-US" sz="1800" dirty="0"/>
              <a:t>Improves development speed, onboarding, and consistency while supporting modernization efforts.</a:t>
            </a:r>
          </a:p>
        </p:txBody>
      </p:sp>
    </p:spTree>
    <p:extLst>
      <p:ext uri="{BB962C8B-B14F-4D97-AF65-F5344CB8AC3E}">
        <p14:creationId xmlns:p14="http://schemas.microsoft.com/office/powerpoint/2010/main" val="38883129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B7123-2AF6-9842-C7E8-8A39A4A3C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DF5A4D-06DD-00E0-1050-5ED874011FAD}"/>
              </a:ext>
            </a:extLst>
          </p:cNvPr>
          <p:cNvSpPr>
            <a:spLocks noGrp="1"/>
          </p:cNvSpPr>
          <p:nvPr>
            <p:ph type="title"/>
          </p:nvPr>
        </p:nvSpPr>
        <p:spPr/>
        <p:txBody>
          <a:bodyPr anchor="t">
            <a:noAutofit/>
          </a:bodyPr>
          <a:lstStyle/>
          <a:p>
            <a:r>
              <a:rPr lang="en-US" sz="3200" dirty="0"/>
              <a:t>GitLab Co Pilot for Enterprise Productivity</a:t>
            </a:r>
            <a:br>
              <a:rPr lang="en-US" sz="3200" dirty="0"/>
            </a:br>
            <a:endParaRPr lang="en-US" sz="3200" dirty="0"/>
          </a:p>
        </p:txBody>
      </p:sp>
      <p:pic>
        <p:nvPicPr>
          <p:cNvPr id="8" name="Content Placeholder 7" descr="A digital balance scale using circles">
            <a:extLst>
              <a:ext uri="{FF2B5EF4-FFF2-40B4-BE49-F238E27FC236}">
                <a16:creationId xmlns:a16="http://schemas.microsoft.com/office/drawing/2014/main" id="{C32C710A-9172-FFE3-5E07-32D1A554F952}"/>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5302" r="15302"/>
          <a:stretch/>
        </p:blipFill>
        <p:spPr/>
      </p:pic>
      <p:sp>
        <p:nvSpPr>
          <p:cNvPr id="5" name="Slide Number Placeholder 4">
            <a:extLst>
              <a:ext uri="{FF2B5EF4-FFF2-40B4-BE49-F238E27FC236}">
                <a16:creationId xmlns:a16="http://schemas.microsoft.com/office/drawing/2014/main" id="{A67B9F6A-5756-A448-403A-8C00EEE41942}"/>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16</a:t>
            </a:fld>
            <a:endParaRPr lang="en-US"/>
          </a:p>
        </p:txBody>
      </p:sp>
      <p:sp>
        <p:nvSpPr>
          <p:cNvPr id="7" name="Content Placeholder 6">
            <a:extLst>
              <a:ext uri="{FF2B5EF4-FFF2-40B4-BE49-F238E27FC236}">
                <a16:creationId xmlns:a16="http://schemas.microsoft.com/office/drawing/2014/main" id="{BEE6ABC6-B749-DC70-07B0-D6B893626B9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20000"/>
          </a:bodyPr>
          <a:lstStyle/>
          <a:p>
            <a:pPr marL="0" indent="0">
              <a:spcBef>
                <a:spcPts val="2500"/>
              </a:spcBef>
              <a:buFont typeface="Arial" panose="020B0604020202020204" pitchFamily="34" charset="0"/>
              <a:buNone/>
            </a:pPr>
            <a:r>
              <a:rPr lang="en-US" sz="2200" b="1" dirty="0"/>
              <a:t>Integrated Across Microsoft 365</a:t>
            </a:r>
          </a:p>
          <a:p>
            <a:pPr marL="0" indent="0">
              <a:spcBef>
                <a:spcPts val="2500"/>
              </a:spcBef>
              <a:buFont typeface="Arial" panose="020B0604020202020204" pitchFamily="34" charset="0"/>
              <a:buNone/>
            </a:pPr>
            <a:r>
              <a:rPr lang="en-US" dirty="0"/>
              <a:t>Embedded within Outlook, Teams, Word, Excel and PowerPoint to support everyday enterprise workflows</a:t>
            </a:r>
            <a:r>
              <a:rPr lang="en-US" sz="1800" dirty="0"/>
              <a:t>.</a:t>
            </a:r>
          </a:p>
          <a:p>
            <a:pPr marL="0" indent="0">
              <a:spcBef>
                <a:spcPts val="2500"/>
              </a:spcBef>
              <a:buNone/>
            </a:pPr>
            <a:r>
              <a:rPr lang="en-US" sz="2200" b="1" dirty="0"/>
              <a:t>Productivity &amp; Knowledge Assistance</a:t>
            </a:r>
          </a:p>
          <a:p>
            <a:pPr marL="0" indent="0">
              <a:spcBef>
                <a:spcPts val="2500"/>
              </a:spcBef>
              <a:buFont typeface="Arial" panose="020B0604020202020204" pitchFamily="34" charset="0"/>
              <a:buNone/>
            </a:pPr>
            <a:r>
              <a:rPr lang="en-US" sz="1800" dirty="0"/>
              <a:t>Helps draft documents, summarize emails and meetings, analyze data, and generate presentations using natural language.</a:t>
            </a:r>
          </a:p>
          <a:p>
            <a:pPr marL="0" indent="0">
              <a:spcBef>
                <a:spcPts val="2500"/>
              </a:spcBef>
              <a:buNone/>
            </a:pPr>
            <a:r>
              <a:rPr lang="en-US" sz="2200" b="1" dirty="0"/>
              <a:t>Enterprise Security &amp; Compliance </a:t>
            </a:r>
          </a:p>
          <a:p>
            <a:pPr marL="0" indent="0">
              <a:spcBef>
                <a:spcPts val="2500"/>
              </a:spcBef>
              <a:buFont typeface="Arial" panose="020B0604020202020204" pitchFamily="34" charset="0"/>
              <a:buNone/>
            </a:pPr>
            <a:r>
              <a:rPr lang="en-US" sz="1800" dirty="0"/>
              <a:t>Operates within organizational permissions ensuring data privacy, access control, and compliance with security policies.</a:t>
            </a:r>
          </a:p>
          <a:p>
            <a:pPr marL="0" indent="0">
              <a:spcBef>
                <a:spcPts val="2500"/>
              </a:spcBef>
              <a:buNone/>
            </a:pPr>
            <a:r>
              <a:rPr lang="en-US" sz="2200" b="1" dirty="0"/>
              <a:t>Scalable Gen Al Adoption </a:t>
            </a:r>
          </a:p>
          <a:p>
            <a:pPr marL="0" indent="0">
              <a:spcBef>
                <a:spcPts val="2500"/>
              </a:spcBef>
              <a:buFont typeface="Arial" panose="020B0604020202020204" pitchFamily="34" charset="0"/>
              <a:buNone/>
            </a:pPr>
            <a:r>
              <a:rPr lang="en-US" sz="1800" dirty="0"/>
              <a:t>Enables consistent and secure use of Generative Al across teams, improving efficiency and collaboration at scale.</a:t>
            </a:r>
          </a:p>
        </p:txBody>
      </p:sp>
    </p:spTree>
    <p:extLst>
      <p:ext uri="{BB962C8B-B14F-4D97-AF65-F5344CB8AC3E}">
        <p14:creationId xmlns:p14="http://schemas.microsoft.com/office/powerpoint/2010/main" val="41567524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9C982-4D4E-7B4B-2FE7-B792CEB16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0EA22-1636-0A05-F8CB-2D6CC3E76DCC}"/>
              </a:ext>
            </a:extLst>
          </p:cNvPr>
          <p:cNvSpPr>
            <a:spLocks noGrp="1"/>
          </p:cNvSpPr>
          <p:nvPr>
            <p:ph type="title"/>
          </p:nvPr>
        </p:nvSpPr>
        <p:spPr/>
        <p:txBody>
          <a:bodyPr anchor="t">
            <a:noAutofit/>
          </a:bodyPr>
          <a:lstStyle/>
          <a:p>
            <a:r>
              <a:rPr lang="en-US" sz="3200" dirty="0"/>
              <a:t>Claude AI- Enterprise Generative AI by Anthropic</a:t>
            </a:r>
            <a:br>
              <a:rPr lang="en-US" sz="3200" dirty="0"/>
            </a:br>
            <a:br>
              <a:rPr lang="en-US" sz="3200" dirty="0"/>
            </a:br>
            <a:endParaRPr lang="en-US" sz="3200" dirty="0"/>
          </a:p>
        </p:txBody>
      </p:sp>
      <p:pic>
        <p:nvPicPr>
          <p:cNvPr id="8" name="Content Placeholder 7" descr="City lights focused in magnifying glass">
            <a:extLst>
              <a:ext uri="{FF2B5EF4-FFF2-40B4-BE49-F238E27FC236}">
                <a16:creationId xmlns:a16="http://schemas.microsoft.com/office/drawing/2014/main" id="{B1FE1800-D683-14AA-DB19-A25F0F20ADD9}"/>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11751" r="11751"/>
          <a:stretch/>
        </p:blipFill>
        <p:spPr/>
      </p:pic>
      <p:sp>
        <p:nvSpPr>
          <p:cNvPr id="5" name="Slide Number Placeholder 4">
            <a:extLst>
              <a:ext uri="{FF2B5EF4-FFF2-40B4-BE49-F238E27FC236}">
                <a16:creationId xmlns:a16="http://schemas.microsoft.com/office/drawing/2014/main" id="{A493DE10-91EE-B831-B587-CDAD455E2CC5}"/>
              </a:ext>
            </a:extLst>
          </p:cNvPr>
          <p:cNvSpPr>
            <a:spLocks noGrp="1"/>
          </p:cNvSpPr>
          <p:nvPr>
            <p:ph type="sldNum" sz="quarter" idx="12"/>
          </p:nvPr>
        </p:nvSpPr>
        <p:spPr/>
        <p:txBody>
          <a:bodyPr anchor="ctr">
            <a:normAutofit/>
          </a:bodyPr>
          <a:lstStyle/>
          <a:p>
            <a:pPr>
              <a:spcAft>
                <a:spcPts val="600"/>
              </a:spcAft>
            </a:pPr>
            <a:fld id="{8E274F5D-21DC-40EF-8DBA-AB9BB119E939}" type="slidenum">
              <a:rPr lang="en-US" smtClean="0"/>
              <a:pPr>
                <a:spcAft>
                  <a:spcPts val="600"/>
                </a:spcAft>
              </a:pPr>
              <a:t>17</a:t>
            </a:fld>
            <a:endParaRPr lang="en-US"/>
          </a:p>
        </p:txBody>
      </p:sp>
      <p:sp>
        <p:nvSpPr>
          <p:cNvPr id="7" name="Content Placeholder 6">
            <a:extLst>
              <a:ext uri="{FF2B5EF4-FFF2-40B4-BE49-F238E27FC236}">
                <a16:creationId xmlns:a16="http://schemas.microsoft.com/office/drawing/2014/main" id="{CDC83CC7-C8AD-0A13-4630-F126188D215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70000" lnSpcReduction="20000"/>
          </a:bodyPr>
          <a:lstStyle/>
          <a:p>
            <a:pPr marL="0" indent="0">
              <a:spcBef>
                <a:spcPts val="2500"/>
              </a:spcBef>
              <a:buFont typeface="Arial" panose="020B0604020202020204" pitchFamily="34" charset="0"/>
              <a:buNone/>
            </a:pPr>
            <a:r>
              <a:rPr lang="en-US" sz="2500" b="1" dirty="0"/>
              <a:t>Enterprise-Focused Generative AI</a:t>
            </a:r>
          </a:p>
          <a:p>
            <a:pPr marL="0" indent="0">
              <a:spcBef>
                <a:spcPts val="2500"/>
              </a:spcBef>
              <a:buFont typeface="Arial" panose="020B0604020202020204" pitchFamily="34" charset="0"/>
              <a:buNone/>
            </a:pPr>
            <a:r>
              <a:rPr lang="en-US" sz="2200" dirty="0"/>
              <a:t>Used for analysis, summarization, reasoning, and decision support across engineering and enterprise workflows</a:t>
            </a:r>
          </a:p>
          <a:p>
            <a:pPr marL="0" indent="0">
              <a:spcBef>
                <a:spcPts val="2500"/>
              </a:spcBef>
              <a:buNone/>
            </a:pPr>
            <a:r>
              <a:rPr lang="en-US" sz="2500" b="1" dirty="0"/>
              <a:t>Strong Privacy &amp; Data Protection </a:t>
            </a:r>
          </a:p>
          <a:p>
            <a:pPr marL="0" indent="0">
              <a:spcBef>
                <a:spcPts val="2500"/>
              </a:spcBef>
              <a:buNone/>
            </a:pPr>
            <a:r>
              <a:rPr lang="en-US" sz="2200" dirty="0"/>
              <a:t>Designed with strict data-handling controls making it suitable for regulated and security-sensitive environments.</a:t>
            </a:r>
          </a:p>
          <a:p>
            <a:pPr marL="0" indent="0">
              <a:spcBef>
                <a:spcPts val="2500"/>
              </a:spcBef>
              <a:buNone/>
            </a:pPr>
            <a:r>
              <a:rPr lang="en-US" sz="2500" b="1" dirty="0"/>
              <a:t>Developer &amp; Engineering Enablement</a:t>
            </a:r>
          </a:p>
          <a:p>
            <a:pPr marL="0" indent="0">
              <a:spcBef>
                <a:spcPts val="2500"/>
              </a:spcBef>
              <a:buNone/>
            </a:pPr>
            <a:r>
              <a:rPr lang="en-US" sz="2400" dirty="0"/>
              <a:t>Works with VS Code, JetBrains IDEs, and web interfaces to support code understanding and technical analysis</a:t>
            </a:r>
            <a:r>
              <a:rPr lang="en-US" sz="2200" dirty="0"/>
              <a:t>.</a:t>
            </a:r>
          </a:p>
          <a:p>
            <a:pPr marL="0" indent="0">
              <a:spcBef>
                <a:spcPts val="2500"/>
              </a:spcBef>
              <a:buNone/>
            </a:pPr>
            <a:r>
              <a:rPr lang="en-US" sz="2500" b="1" dirty="0"/>
              <a:t>Large-Context &amp; Repository Awareness</a:t>
            </a:r>
          </a:p>
          <a:p>
            <a:pPr marL="0" indent="0">
              <a:spcBef>
                <a:spcPts val="2500"/>
              </a:spcBef>
              <a:buNone/>
            </a:pPr>
            <a:r>
              <a:rPr lang="en-US" sz="2400" dirty="0"/>
              <a:t>Understands large codebases, supports multi-file edits. Git workflows, and automation use cases.</a:t>
            </a:r>
          </a:p>
        </p:txBody>
      </p:sp>
    </p:spTree>
    <p:extLst>
      <p:ext uri="{BB962C8B-B14F-4D97-AF65-F5344CB8AC3E}">
        <p14:creationId xmlns:p14="http://schemas.microsoft.com/office/powerpoint/2010/main" val="3448171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F831BD7A-DBC7-FC35-C3F4-DB188A15B8D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27DCB287-875B-1890-04BD-CB20D76C5E2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384262AB-CC1B-FF87-73B0-22D23CF122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9C10A4BE-6863-9654-ED41-8AC06AD618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DFD174B1-4457-FF0B-EF46-4BB03ACBC3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762153A4-97B2-E028-84FC-05A68639E3E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BA83A263-B758-1A5B-C070-A8F211321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DED30C69-8018-FA0A-D0B9-A1B748F32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ACECA231-A625-6CC3-3845-102DE82DE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1AE16C33-A42E-BF3B-3A31-FA2855076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2456D2ED-AA47-264F-2C8F-69F4512F6322}"/>
              </a:ext>
            </a:extLst>
          </p:cNvPr>
          <p:cNvSpPr>
            <a:spLocks noGrp="1"/>
          </p:cNvSpPr>
          <p:nvPr>
            <p:ph type="title"/>
          </p:nvPr>
        </p:nvSpPr>
        <p:spPr>
          <a:xfrm>
            <a:off x="1690314" y="2669684"/>
            <a:ext cx="6974915" cy="1249461"/>
          </a:xfrm>
        </p:spPr>
        <p:txBody>
          <a:bodyPr vert="horz" lIns="91440" tIns="45720" rIns="91440" bIns="45720" rtlCol="0" anchor="b">
            <a:normAutofit/>
          </a:bodyPr>
          <a:lstStyle/>
          <a:p>
            <a:pPr>
              <a:lnSpc>
                <a:spcPct val="90000"/>
              </a:lnSpc>
            </a:pPr>
            <a:r>
              <a:rPr lang="en-US" sz="8000" b="0" i="0" kern="1200" dirty="0">
                <a:solidFill>
                  <a:schemeClr val="tx2"/>
                </a:solidFill>
                <a:latin typeface="+mj-lt"/>
                <a:ea typeface="+mj-ea"/>
                <a:cs typeface="+mj-cs"/>
              </a:rPr>
              <a:t>Thank You</a:t>
            </a:r>
          </a:p>
        </p:txBody>
      </p:sp>
      <p:sp>
        <p:nvSpPr>
          <p:cNvPr id="29" name="Rectangle 28">
            <a:extLst>
              <a:ext uri="{FF2B5EF4-FFF2-40B4-BE49-F238E27FC236}">
                <a16:creationId xmlns:a16="http://schemas.microsoft.com/office/drawing/2014/main" id="{77C38AE0-783C-E864-C7F8-96E0DBFF4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a:extLst>
              <a:ext uri="{FF2B5EF4-FFF2-40B4-BE49-F238E27FC236}">
                <a16:creationId xmlns:a16="http://schemas.microsoft.com/office/drawing/2014/main" id="{E507E030-6969-DE60-72D2-0BE9F87E7444}"/>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457200">
              <a:spcAft>
                <a:spcPts val="600"/>
              </a:spcAft>
            </a:pPr>
            <a:fld id="{8E274F5D-21DC-40EF-8DBA-AB9BB119E939}" type="slidenum">
              <a:rPr lang="en-US" b="0" i="0" kern="1200">
                <a:solidFill>
                  <a:srgbClr val="FFFFFF"/>
                </a:solidFill>
                <a:latin typeface="+mn-lt"/>
                <a:ea typeface="+mn-ea"/>
                <a:cs typeface="+mn-cs"/>
              </a:rPr>
              <a:pPr defTabSz="457200">
                <a:spcAft>
                  <a:spcPts val="600"/>
                </a:spcAft>
              </a:pPr>
              <a:t>18</a:t>
            </a:fld>
            <a:endParaRPr lang="en-US" b="0" i="0" kern="1200">
              <a:solidFill>
                <a:srgbClr val="FFFFFF"/>
              </a:solidFill>
              <a:latin typeface="+mn-lt"/>
              <a:ea typeface="+mn-ea"/>
              <a:cs typeface="+mn-cs"/>
            </a:endParaRPr>
          </a:p>
        </p:txBody>
      </p:sp>
    </p:spTree>
    <p:extLst>
      <p:ext uri="{BB962C8B-B14F-4D97-AF65-F5344CB8AC3E}">
        <p14:creationId xmlns:p14="http://schemas.microsoft.com/office/powerpoint/2010/main" val="237152546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2.xml.rels><?xml version="1.0" encoding="UTF-8" standalone="yes"?>
<Relationships xmlns="http://schemas.openxmlformats.org/package/2006/relationships"><Relationship Id="rId1" Type="http://schemas.openxmlformats.org/officeDocument/2006/relationships/image" Target="../media/image22.jpeg"/></Relationships>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SharedWithUsers xmlns="16c05727-aa75-4e4a-9b5f-8a80a1165891">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0BF7B2-4A2B-4CA7-8150-68B962AD6E62}">
  <ds:schemaRefs>
    <ds:schemaRef ds:uri="http://schemas.openxmlformats.org/package/2006/metadata/core-properties"/>
    <ds:schemaRef ds:uri="http://www.w3.org/XML/1998/namespace"/>
    <ds:schemaRef ds:uri="http://schemas.microsoft.com/office/2006/documentManagement/types"/>
    <ds:schemaRef ds:uri="http://schemas.microsoft.com/office/infopath/2007/PartnerControls"/>
    <ds:schemaRef ds:uri="71af3243-3dd4-4a8d-8c0d-dd76da1f02a5"/>
    <ds:schemaRef ds:uri="http://purl.org/dc/terms/"/>
    <ds:schemaRef ds:uri="230e9df3-be65-4c73-a93b-d1236ebd677e"/>
    <ds:schemaRef ds:uri="http://schemas.microsoft.com/sharepoint/v3"/>
    <ds:schemaRef ds:uri="16c05727-aa75-4e4a-9b5f-8a80a1165891"/>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C27E2546-C5EB-442C-BCA8-1B0D17D61420}">
  <ds:schemaRefs>
    <ds:schemaRef ds:uri="http://schemas.microsoft.com/sharepoint/v3/contenttype/forms"/>
  </ds:schemaRefs>
</ds:datastoreItem>
</file>

<file path=customXml/itemProps3.xml><?xml version="1.0" encoding="utf-8"?>
<ds:datastoreItem xmlns:ds="http://schemas.openxmlformats.org/officeDocument/2006/customXml" ds:itemID="{8B53938E-C8DA-4DDE-A937-0EA87B476A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bfa236d-8472-42aa-9a40-ab46036c5596}" enabled="1" method="Privileged" siteId="{e0793d39-0939-496d-b129-198edd916feb}" contentBits="0" removed="0"/>
</clbl:labelList>
</file>

<file path=docProps/app.xml><?xml version="1.0" encoding="utf-8"?>
<Properties xmlns="http://schemas.openxmlformats.org/officeDocument/2006/extended-properties" xmlns:vt="http://schemas.openxmlformats.org/officeDocument/2006/docPropsVTypes">
  <Template/>
  <TotalTime>3574</TotalTime>
  <Words>3681</Words>
  <Application>Microsoft Office PowerPoint</Application>
  <PresentationFormat>Widescreen</PresentationFormat>
  <Paragraphs>221</Paragraphs>
  <Slides>18</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Aptos</vt:lpstr>
      <vt:lpstr>Aptos Display</vt:lpstr>
      <vt:lpstr>Arial</vt:lpstr>
      <vt:lpstr>Century Gothic</vt:lpstr>
      <vt:lpstr>Neue Haas Grotesk Text Pro</vt:lpstr>
      <vt:lpstr>Wingdings 3</vt:lpstr>
      <vt:lpstr>Film burn</vt:lpstr>
      <vt:lpstr>Ion</vt:lpstr>
      <vt:lpstr>Artificial Intelligence Tools</vt:lpstr>
      <vt:lpstr>Why AI Is Central to Accenture’s Reinvention Strategy</vt:lpstr>
      <vt:lpstr>Productivity-Focused AI Tools in Accenture</vt:lpstr>
      <vt:lpstr>Microsoft Copilot for Enterprise Productivity</vt:lpstr>
      <vt:lpstr>Amethyst -Generative AI Assistant</vt:lpstr>
      <vt:lpstr>AI for Technology Delivery and Engineering</vt:lpstr>
      <vt:lpstr>GenWizard for Generative AI–Driven Technology Delivery</vt:lpstr>
      <vt:lpstr>AI for Operations and Delivery Execution</vt:lpstr>
      <vt:lpstr>SynOps as an AI-Powered Operations Platform</vt:lpstr>
      <vt:lpstr>AI for Transformation Planning and Advanced Intelligence</vt:lpstr>
      <vt:lpstr>myNav for AI-Driven Transformation Decisions</vt:lpstr>
      <vt:lpstr>AI Refinery as the Foundation for Agentic AI at Scale</vt:lpstr>
      <vt:lpstr>PowerPoint Presentation</vt:lpstr>
      <vt:lpstr>AI Tools Used in Barclays</vt:lpstr>
      <vt:lpstr>GitLab Duo Chat - Al Agent for Software Delivery </vt:lpstr>
      <vt:lpstr>GitLab Co Pilot for Enterprise Productivity </vt:lpstr>
      <vt:lpstr>Claude AI- Enterprise Generative AI by Anthropic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Mutalikdesai, Suma</cp:lastModifiedBy>
  <cp:revision>4</cp:revision>
  <dcterms:created xsi:type="dcterms:W3CDTF">2025-08-01T17:43:39Z</dcterms:created>
  <dcterms:modified xsi:type="dcterms:W3CDTF">2026-10-29T09:39:41Z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