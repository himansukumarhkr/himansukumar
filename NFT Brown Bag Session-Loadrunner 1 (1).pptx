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  <p:sldMasterId id="2147483658" r:id="rId5"/>
    <p:sldMasterId id="2147483690" r:id="rId6"/>
  </p:sldMasterIdLst>
  <p:notesMasterIdLst>
    <p:notesMasterId r:id="rId38"/>
  </p:notesMasterIdLst>
  <p:handoutMasterIdLst>
    <p:handoutMasterId r:id="rId39"/>
  </p:handoutMasterIdLst>
  <p:sldIdLst>
    <p:sldId id="309" r:id="rId7"/>
    <p:sldId id="913" r:id="rId8"/>
    <p:sldId id="934" r:id="rId9"/>
    <p:sldId id="896" r:id="rId10"/>
    <p:sldId id="930" r:id="rId11"/>
    <p:sldId id="929" r:id="rId12"/>
    <p:sldId id="935" r:id="rId13"/>
    <p:sldId id="899" r:id="rId14"/>
    <p:sldId id="942" r:id="rId15"/>
    <p:sldId id="898" r:id="rId16"/>
    <p:sldId id="936" r:id="rId17"/>
    <p:sldId id="937" r:id="rId18"/>
    <p:sldId id="933" r:id="rId19"/>
    <p:sldId id="916" r:id="rId20"/>
    <p:sldId id="943" r:id="rId21"/>
    <p:sldId id="940" r:id="rId22"/>
    <p:sldId id="915" r:id="rId23"/>
    <p:sldId id="932" r:id="rId24"/>
    <p:sldId id="939" r:id="rId25"/>
    <p:sldId id="925" r:id="rId26"/>
    <p:sldId id="926" r:id="rId27"/>
    <p:sldId id="927" r:id="rId28"/>
    <p:sldId id="938" r:id="rId29"/>
    <p:sldId id="928" r:id="rId30"/>
    <p:sldId id="941" r:id="rId31"/>
    <p:sldId id="931" r:id="rId32"/>
    <p:sldId id="946" r:id="rId33"/>
    <p:sldId id="947" r:id="rId34"/>
    <p:sldId id="900" r:id="rId35"/>
    <p:sldId id="944" r:id="rId36"/>
    <p:sldId id="330" r:id="rId3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3CCCC"/>
    <a:srgbClr val="FFD42E"/>
    <a:srgbClr val="7500C0"/>
    <a:srgbClr val="00FF00"/>
    <a:srgbClr val="7E00FF"/>
    <a:srgbClr val="00D700"/>
    <a:srgbClr val="DE5C10"/>
    <a:srgbClr val="00530A"/>
    <a:srgbClr val="FFB600"/>
    <a:srgbClr val="A0A0A0"/>
  </p:clrMru>
  <p:extLst>
    <p:ext uri="{E76CE94A-603C-4142-B9EB-6D1370010A27}">
      <p14:discardImageEditData xmlns:p14="http://schemas.microsoft.com/office/powerpoint/2010/main" val="1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778FE0F-B50B-47AE-876F-F7105BF1F690}" v="145" dt="2023-03-01T13:46:21.789"/>
  </p1510:revLst>
</p1510:revInfo>
</file>

<file path=ppt/tableStyles.xml><?xml version="1.0" encoding="utf-8"?>
<a:tblStyleLst xmlns:a="http://schemas.openxmlformats.org/drawingml/2006/main" def="{7E9639D4-E3E2-4D34-9284-5A2195B3D0D7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362" autoAdjust="0"/>
    <p:restoredTop sz="85108" autoAdjust="0"/>
  </p:normalViewPr>
  <p:slideViewPr>
    <p:cSldViewPr snapToGrid="0">
      <p:cViewPr varScale="1">
        <p:scale>
          <a:sx n="74" d="100"/>
          <a:sy n="74" d="100"/>
        </p:scale>
        <p:origin x="324" y="5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70" d="100"/>
        <a:sy n="70" d="100"/>
      </p:scale>
      <p:origin x="0" y="0"/>
    </p:cViewPr>
  </p:sorterViewPr>
  <p:notesViewPr>
    <p:cSldViewPr snapToGrid="0">
      <p:cViewPr varScale="1">
        <p:scale>
          <a:sx n="50" d="100"/>
          <a:sy n="50" d="100"/>
        </p:scale>
        <p:origin x="2574" y="1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7.xml"/><Relationship Id="rId18" Type="http://schemas.openxmlformats.org/officeDocument/2006/relationships/slide" Target="slides/slide12.xml"/><Relationship Id="rId26" Type="http://schemas.openxmlformats.org/officeDocument/2006/relationships/slide" Target="slides/slide20.xml"/><Relationship Id="rId39" Type="http://schemas.openxmlformats.org/officeDocument/2006/relationships/handoutMaster" Target="handoutMasters/handoutMaster1.xml"/><Relationship Id="rId21" Type="http://schemas.openxmlformats.org/officeDocument/2006/relationships/slide" Target="slides/slide15.xml"/><Relationship Id="rId34" Type="http://schemas.openxmlformats.org/officeDocument/2006/relationships/slide" Target="slides/slide28.xml"/><Relationship Id="rId42" Type="http://schemas.openxmlformats.org/officeDocument/2006/relationships/theme" Target="theme/theme1.xml"/><Relationship Id="rId7" Type="http://schemas.openxmlformats.org/officeDocument/2006/relationships/slide" Target="slides/slide1.xml"/><Relationship Id="rId2" Type="http://schemas.openxmlformats.org/officeDocument/2006/relationships/customXml" Target="../customXml/item2.xml"/><Relationship Id="rId16" Type="http://schemas.openxmlformats.org/officeDocument/2006/relationships/slide" Target="slides/slide10.xml"/><Relationship Id="rId20" Type="http://schemas.openxmlformats.org/officeDocument/2006/relationships/slide" Target="slides/slide14.xml"/><Relationship Id="rId29" Type="http://schemas.openxmlformats.org/officeDocument/2006/relationships/slide" Target="slides/slide23.xml"/><Relationship Id="rId41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slide" Target="slides/slide5.xml"/><Relationship Id="rId24" Type="http://schemas.openxmlformats.org/officeDocument/2006/relationships/slide" Target="slides/slide18.xml"/><Relationship Id="rId32" Type="http://schemas.openxmlformats.org/officeDocument/2006/relationships/slide" Target="slides/slide26.xml"/><Relationship Id="rId37" Type="http://schemas.openxmlformats.org/officeDocument/2006/relationships/slide" Target="slides/slide31.xml"/><Relationship Id="rId40" Type="http://schemas.openxmlformats.org/officeDocument/2006/relationships/presProps" Target="presProps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9.xml"/><Relationship Id="rId23" Type="http://schemas.openxmlformats.org/officeDocument/2006/relationships/slide" Target="slides/slide17.xml"/><Relationship Id="rId28" Type="http://schemas.openxmlformats.org/officeDocument/2006/relationships/slide" Target="slides/slide22.xml"/><Relationship Id="rId36" Type="http://schemas.openxmlformats.org/officeDocument/2006/relationships/slide" Target="slides/slide30.xml"/><Relationship Id="rId10" Type="http://schemas.openxmlformats.org/officeDocument/2006/relationships/slide" Target="slides/slide4.xml"/><Relationship Id="rId19" Type="http://schemas.openxmlformats.org/officeDocument/2006/relationships/slide" Target="slides/slide13.xml"/><Relationship Id="rId31" Type="http://schemas.openxmlformats.org/officeDocument/2006/relationships/slide" Target="slides/slide25.xml"/><Relationship Id="rId44" Type="http://schemas.microsoft.com/office/2015/10/relationships/revisionInfo" Target="revisionInfo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14" Type="http://schemas.openxmlformats.org/officeDocument/2006/relationships/slide" Target="slides/slide8.xml"/><Relationship Id="rId22" Type="http://schemas.openxmlformats.org/officeDocument/2006/relationships/slide" Target="slides/slide16.xml"/><Relationship Id="rId27" Type="http://schemas.openxmlformats.org/officeDocument/2006/relationships/slide" Target="slides/slide21.xml"/><Relationship Id="rId30" Type="http://schemas.openxmlformats.org/officeDocument/2006/relationships/slide" Target="slides/slide24.xml"/><Relationship Id="rId35" Type="http://schemas.openxmlformats.org/officeDocument/2006/relationships/slide" Target="slides/slide29.xml"/><Relationship Id="rId43" Type="http://schemas.openxmlformats.org/officeDocument/2006/relationships/tableStyles" Target="tableStyles.xml"/><Relationship Id="rId8" Type="http://schemas.openxmlformats.org/officeDocument/2006/relationships/slide" Target="slides/slide2.xml"/><Relationship Id="rId3" Type="http://schemas.openxmlformats.org/officeDocument/2006/relationships/customXml" Target="../customXml/item3.xml"/><Relationship Id="rId12" Type="http://schemas.openxmlformats.org/officeDocument/2006/relationships/slide" Target="slides/slide6.xml"/><Relationship Id="rId17" Type="http://schemas.openxmlformats.org/officeDocument/2006/relationships/slide" Target="slides/slide11.xml"/><Relationship Id="rId25" Type="http://schemas.openxmlformats.org/officeDocument/2006/relationships/slide" Target="slides/slide19.xml"/><Relationship Id="rId33" Type="http://schemas.openxmlformats.org/officeDocument/2006/relationships/slide" Target="slides/slide27.xml"/><Relationship Id="rId38" Type="http://schemas.openxmlformats.org/officeDocument/2006/relationships/notesMaster" Target="notesMasters/notes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FBD7333-DD87-4773-BED3-E2892A4094EE}" type="datetimeFigureOut">
              <a:rPr lang="en-US" smtClean="0"/>
              <a:t>10/12/2026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3A0E21C-7E3E-40C1-A5B4-152F0F11E19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35044645"/>
      </p:ext>
    </p:extLst>
  </p:cSld>
  <p:clrMap bg1="lt1" tx1="dk1" bg2="lt2" tx2="dk2" accent1="accent1" accent2="accent2" accent3="accent3" accent4="accent4" accent5="accent5" accent6="accent6" hlink="hlink" folHlink="folHlink"/>
  <p:hf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39D084F-DC83-4EB0-8CED-52E9AA3ECA1C}" type="datetimeFigureOut">
              <a:rPr lang="en-US" smtClean="0"/>
              <a:t>10/12/2026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C157E0A-F321-48DC-AF94-681D4DCF344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96904213"/>
      </p:ext>
    </p:extLst>
  </p:cSld>
  <p:clrMap bg1="lt1" tx1="dk1" bg2="lt2" tx2="dk2" accent1="accent1" accent2="accent2" accent3="accent3" accent4="accent4" accent5="accent5" accent6="accent6" hlink="hlink" folHlink="folHlink"/>
  <p:hf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3.xml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3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Master: Whit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F9A21FFB-B354-4CCB-B3EB-374EF718969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72565" y="5846780"/>
            <a:ext cx="4543635" cy="678038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D1CAF5EF-2681-43ED-98D4-9F233E156D48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447741" y="964387"/>
            <a:ext cx="4309200" cy="4470763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381001" y="457200"/>
            <a:ext cx="5714999" cy="3086100"/>
          </a:xfrm>
        </p:spPr>
        <p:txBody>
          <a:bodyPr tIns="0" anchor="t" anchorCtr="0">
            <a:noAutofit/>
          </a:bodyPr>
          <a:lstStyle>
            <a:lvl1pPr algn="l">
              <a:lnSpc>
                <a:spcPct val="70000"/>
              </a:lnSpc>
              <a:defRPr sz="600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 dirty="0"/>
              <a:t>Click to edit title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3" hasCustomPrompt="1"/>
          </p:nvPr>
        </p:nvSpPr>
        <p:spPr>
          <a:xfrm>
            <a:off x="381000" y="3543302"/>
            <a:ext cx="5715000" cy="3162299"/>
          </a:xfrm>
        </p:spPr>
        <p:txBody>
          <a:bodyPr>
            <a:noAutofit/>
          </a:bodyPr>
          <a:lstStyle>
            <a:lvl1pPr marL="0" indent="0">
              <a:lnSpc>
                <a:spcPct val="70000"/>
              </a:lnSpc>
              <a:defRPr sz="4000" b="0" baseline="0">
                <a:solidFill>
                  <a:schemeClr val="tx1"/>
                </a:solidFill>
                <a:latin typeface="+mj-lt"/>
              </a:defRPr>
            </a:lvl1pPr>
            <a:lvl2pPr marL="0" indent="0">
              <a:lnSpc>
                <a:spcPct val="100000"/>
              </a:lnSpc>
              <a:spcAft>
                <a:spcPts val="0"/>
              </a:spcAft>
              <a:defRPr sz="2400" b="0" cap="none" baseline="0">
                <a:solidFill>
                  <a:schemeClr val="tx1"/>
                </a:solidFill>
                <a:latin typeface="+mn-lt"/>
              </a:defRPr>
            </a:lvl2pPr>
            <a:lvl3pPr marL="0" indent="0">
              <a:lnSpc>
                <a:spcPct val="100000"/>
              </a:lnSpc>
              <a:spcAft>
                <a:spcPts val="0"/>
              </a:spcAft>
              <a:defRPr sz="1800" b="0" cap="none" baseline="0">
                <a:solidFill>
                  <a:schemeClr val="tx1"/>
                </a:solidFill>
                <a:latin typeface="+mn-lt"/>
              </a:defRPr>
            </a:lvl3pPr>
            <a:lvl4pPr marL="0" indent="0">
              <a:lnSpc>
                <a:spcPct val="100000"/>
              </a:lnSpc>
              <a:buNone/>
              <a:defRPr sz="1800" b="0" cap="none" baseline="0">
                <a:solidFill>
                  <a:schemeClr val="tx1"/>
                </a:solidFill>
                <a:latin typeface="+mn-lt"/>
              </a:defRPr>
            </a:lvl4pPr>
            <a:lvl5pPr marL="0" indent="0">
              <a:lnSpc>
                <a:spcPct val="100000"/>
              </a:lnSpc>
              <a:buNone/>
              <a:defRPr sz="1800" b="0" cap="none" baseline="0">
                <a:solidFill>
                  <a:schemeClr val="tx1"/>
                </a:solidFill>
                <a:latin typeface="+mn-lt"/>
              </a:defRPr>
            </a:lvl5pPr>
            <a:lvl6pPr marL="339717" indent="0">
              <a:buNone/>
              <a:defRPr/>
            </a:lvl6pPr>
            <a:lvl7pPr>
              <a:defRPr/>
            </a:lvl7pPr>
            <a:lvl8pPr>
              <a:defRPr/>
            </a:lvl8pPr>
          </a:lstStyle>
          <a:p>
            <a:pPr lvl="0"/>
            <a:r>
              <a:rPr lang="en-US" dirty="0"/>
              <a:t>subtitle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10879817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Master: Black">
    <p:bg>
      <p:bgPr>
        <a:solidFill>
          <a:srgbClr val="0053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853CDF64-397D-4D55-8C64-5862DE850B3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447741" y="964366"/>
            <a:ext cx="4309200" cy="4470763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58465870-75DE-47EB-BD39-E11643DB0A92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14533" y="5833249"/>
            <a:ext cx="4598330" cy="6862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381001" y="457200"/>
            <a:ext cx="5714999" cy="3086100"/>
          </a:xfrm>
        </p:spPr>
        <p:txBody>
          <a:bodyPr tIns="0" anchor="t" anchorCtr="0">
            <a:noAutofit/>
          </a:bodyPr>
          <a:lstStyle>
            <a:lvl1pPr algn="l">
              <a:lnSpc>
                <a:spcPct val="70000"/>
              </a:lnSpc>
              <a:defRPr sz="600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 dirty="0"/>
              <a:t>Click to edit title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3" hasCustomPrompt="1"/>
          </p:nvPr>
        </p:nvSpPr>
        <p:spPr>
          <a:xfrm>
            <a:off x="381000" y="3543302"/>
            <a:ext cx="5715000" cy="3162299"/>
          </a:xfrm>
        </p:spPr>
        <p:txBody>
          <a:bodyPr>
            <a:noAutofit/>
          </a:bodyPr>
          <a:lstStyle>
            <a:lvl1pPr marL="0" indent="0">
              <a:lnSpc>
                <a:spcPct val="70000"/>
              </a:lnSpc>
              <a:defRPr sz="4000" b="0" baseline="0">
                <a:solidFill>
                  <a:schemeClr val="tx1"/>
                </a:solidFill>
                <a:latin typeface="+mj-lt"/>
              </a:defRPr>
            </a:lvl1pPr>
            <a:lvl2pPr marL="0" indent="0">
              <a:lnSpc>
                <a:spcPct val="100000"/>
              </a:lnSpc>
              <a:spcAft>
                <a:spcPts val="0"/>
              </a:spcAft>
              <a:defRPr sz="2400" b="0" cap="none" baseline="0">
                <a:solidFill>
                  <a:schemeClr val="tx1"/>
                </a:solidFill>
                <a:latin typeface="+mn-lt"/>
              </a:defRPr>
            </a:lvl2pPr>
            <a:lvl3pPr marL="0" indent="0">
              <a:lnSpc>
                <a:spcPct val="100000"/>
              </a:lnSpc>
              <a:spcAft>
                <a:spcPts val="0"/>
              </a:spcAft>
              <a:defRPr sz="1800" b="0" cap="none" baseline="0">
                <a:solidFill>
                  <a:schemeClr val="tx1"/>
                </a:solidFill>
                <a:latin typeface="+mn-lt"/>
              </a:defRPr>
            </a:lvl3pPr>
            <a:lvl4pPr marL="0" indent="0">
              <a:lnSpc>
                <a:spcPct val="100000"/>
              </a:lnSpc>
              <a:buNone/>
              <a:defRPr sz="1800" b="0" cap="none" baseline="0">
                <a:solidFill>
                  <a:schemeClr val="tx1"/>
                </a:solidFill>
                <a:latin typeface="+mn-lt"/>
              </a:defRPr>
            </a:lvl4pPr>
            <a:lvl5pPr marL="0" indent="0">
              <a:lnSpc>
                <a:spcPct val="100000"/>
              </a:lnSpc>
              <a:buNone/>
              <a:defRPr sz="1800" b="0" cap="none" baseline="0">
                <a:solidFill>
                  <a:schemeClr val="tx1"/>
                </a:solidFill>
                <a:latin typeface="+mn-lt"/>
              </a:defRPr>
            </a:lvl5pPr>
            <a:lvl6pPr marL="339717" indent="0">
              <a:buNone/>
              <a:defRPr/>
            </a:lvl6pPr>
            <a:lvl7pPr>
              <a:defRPr/>
            </a:lvl7pPr>
            <a:lvl8pPr>
              <a:defRPr/>
            </a:lvl8pPr>
          </a:lstStyle>
          <a:p>
            <a:pPr lvl="0"/>
            <a:r>
              <a:rPr lang="en-US" dirty="0"/>
              <a:t>subtitle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02870064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2" pos="3840" userDrawn="1">
          <p15:clr>
            <a:srgbClr val="FBAE40"/>
          </p15:clr>
        </p15:guide>
        <p15:guide id="3" pos="6024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Master: White Centered 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7696126F-7FC2-47A6-A0B6-07A1FFFD915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886960" y="939257"/>
            <a:ext cx="4309200" cy="447076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60F58C65-12D1-4E11-88C2-5AC9FEDD3A9F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327602" y="5798670"/>
            <a:ext cx="4482488" cy="781238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1849582" y="1936373"/>
            <a:ext cx="4787886" cy="2767405"/>
          </a:xfrm>
        </p:spPr>
        <p:txBody>
          <a:bodyPr tIns="0" anchor="t" anchorCtr="0">
            <a:noAutofit/>
          </a:bodyPr>
          <a:lstStyle>
            <a:lvl1pPr algn="l">
              <a:lnSpc>
                <a:spcPct val="70000"/>
              </a:lnSpc>
              <a:defRPr sz="600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 dirty="0"/>
              <a:t>Click to edit title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3" hasCustomPrompt="1"/>
          </p:nvPr>
        </p:nvSpPr>
        <p:spPr>
          <a:xfrm>
            <a:off x="9525000" y="436417"/>
            <a:ext cx="2286000" cy="3512127"/>
          </a:xfrm>
        </p:spPr>
        <p:txBody>
          <a:bodyPr>
            <a:noAutofit/>
          </a:bodyPr>
          <a:lstStyle>
            <a:lvl1pPr marL="0" indent="0">
              <a:lnSpc>
                <a:spcPct val="70000"/>
              </a:lnSpc>
              <a:defRPr sz="2800" b="0" baseline="0">
                <a:solidFill>
                  <a:schemeClr val="tx1"/>
                </a:solidFill>
                <a:latin typeface="+mj-lt"/>
              </a:defRPr>
            </a:lvl1pPr>
            <a:lvl2pPr marL="0" indent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defRPr sz="2000" b="0" cap="none" baseline="0">
                <a:solidFill>
                  <a:schemeClr val="tx1"/>
                </a:solidFill>
                <a:latin typeface="+mn-lt"/>
              </a:defRPr>
            </a:lvl2pPr>
            <a:lvl3pPr marL="0" indent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defRPr sz="1800" b="0" cap="none" baseline="0">
                <a:solidFill>
                  <a:schemeClr val="tx1"/>
                </a:solidFill>
                <a:latin typeface="+mn-lt"/>
              </a:defRPr>
            </a:lvl3pPr>
            <a:lvl4pPr marL="0" indent="0">
              <a:lnSpc>
                <a:spcPct val="100000"/>
              </a:lnSpc>
              <a:spcBef>
                <a:spcPts val="600"/>
              </a:spcBef>
              <a:buNone/>
              <a:defRPr sz="1800" b="0" cap="none" baseline="0">
                <a:solidFill>
                  <a:schemeClr val="tx1"/>
                </a:solidFill>
                <a:latin typeface="+mn-lt"/>
              </a:defRPr>
            </a:lvl4pPr>
            <a:lvl5pPr marL="0" indent="0">
              <a:lnSpc>
                <a:spcPct val="100000"/>
              </a:lnSpc>
              <a:spcBef>
                <a:spcPts val="600"/>
              </a:spcBef>
              <a:buNone/>
              <a:defRPr sz="1800" b="0" cap="none" baseline="0">
                <a:solidFill>
                  <a:schemeClr val="tx1"/>
                </a:solidFill>
                <a:latin typeface="+mn-lt"/>
              </a:defRPr>
            </a:lvl5pPr>
            <a:lvl6pPr marL="339717" indent="0">
              <a:buNone/>
              <a:defRPr/>
            </a:lvl6pPr>
            <a:lvl7pPr>
              <a:defRPr/>
            </a:lvl7pPr>
            <a:lvl8pPr>
              <a:defRPr/>
            </a:lvl8pPr>
          </a:lstStyle>
          <a:p>
            <a:pPr lvl="0"/>
            <a:r>
              <a:rPr lang="en-US" dirty="0"/>
              <a:t>subtitle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13168369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0" pos="6000" userDrawn="1">
          <p15:clr>
            <a:srgbClr val="FBAE40"/>
          </p15:clr>
        </p15:guide>
        <p15:guide id="1" pos="384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Master: White Centered 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65EDD897-9353-48B4-BE19-64A7AB4667F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886960" y="966529"/>
            <a:ext cx="4309200" cy="4470116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D08163C7-E27C-4198-99CD-5A402F321543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327602" y="5798670"/>
            <a:ext cx="4482488" cy="781238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1849582" y="1943100"/>
            <a:ext cx="4841674" cy="2857500"/>
          </a:xfrm>
        </p:spPr>
        <p:txBody>
          <a:bodyPr tIns="0" anchor="ctr" anchorCtr="0">
            <a:noAutofit/>
          </a:bodyPr>
          <a:lstStyle>
            <a:lvl1pPr algn="l">
              <a:lnSpc>
                <a:spcPct val="70000"/>
              </a:lnSpc>
              <a:defRPr sz="600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 dirty="0"/>
              <a:t>Click to edit title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3" hasCustomPrompt="1"/>
          </p:nvPr>
        </p:nvSpPr>
        <p:spPr>
          <a:xfrm>
            <a:off x="9525000" y="436417"/>
            <a:ext cx="2286000" cy="3512127"/>
          </a:xfrm>
        </p:spPr>
        <p:txBody>
          <a:bodyPr>
            <a:noAutofit/>
          </a:bodyPr>
          <a:lstStyle>
            <a:lvl1pPr marL="0" indent="0">
              <a:lnSpc>
                <a:spcPct val="70000"/>
              </a:lnSpc>
              <a:defRPr sz="2800" b="0" baseline="0">
                <a:solidFill>
                  <a:schemeClr val="tx1"/>
                </a:solidFill>
                <a:latin typeface="+mj-lt"/>
              </a:defRPr>
            </a:lvl1pPr>
            <a:lvl2pPr marL="0" indent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defRPr sz="2000" b="0" cap="none" baseline="0">
                <a:solidFill>
                  <a:schemeClr val="tx1"/>
                </a:solidFill>
                <a:latin typeface="+mn-lt"/>
              </a:defRPr>
            </a:lvl2pPr>
            <a:lvl3pPr marL="0" indent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defRPr sz="1800" b="0" cap="none" baseline="0">
                <a:solidFill>
                  <a:schemeClr val="tx1"/>
                </a:solidFill>
                <a:latin typeface="+mn-lt"/>
              </a:defRPr>
            </a:lvl3pPr>
            <a:lvl4pPr marL="0" indent="0">
              <a:lnSpc>
                <a:spcPct val="100000"/>
              </a:lnSpc>
              <a:spcBef>
                <a:spcPts val="600"/>
              </a:spcBef>
              <a:buNone/>
              <a:defRPr sz="1800" b="0" cap="none" baseline="0">
                <a:solidFill>
                  <a:schemeClr val="tx1"/>
                </a:solidFill>
                <a:latin typeface="+mn-lt"/>
              </a:defRPr>
            </a:lvl4pPr>
            <a:lvl5pPr marL="0" indent="0">
              <a:lnSpc>
                <a:spcPct val="100000"/>
              </a:lnSpc>
              <a:spcBef>
                <a:spcPts val="600"/>
              </a:spcBef>
              <a:buNone/>
              <a:defRPr sz="1800" b="0" cap="none" baseline="0">
                <a:solidFill>
                  <a:schemeClr val="tx1"/>
                </a:solidFill>
                <a:latin typeface="+mn-lt"/>
              </a:defRPr>
            </a:lvl5pPr>
            <a:lvl6pPr marL="339717" indent="0">
              <a:buNone/>
              <a:defRPr/>
            </a:lvl6pPr>
            <a:lvl7pPr>
              <a:defRPr/>
            </a:lvl7pPr>
            <a:lvl8pPr>
              <a:defRPr/>
            </a:lvl8pPr>
          </a:lstStyle>
          <a:p>
            <a:pPr lvl="0"/>
            <a:r>
              <a:rPr lang="en-US" dirty="0"/>
              <a:t>subtitle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25510409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pos="600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Master: White Centered 3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56603299-72A2-43BA-9636-19523C63269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886960" y="969737"/>
            <a:ext cx="4309200" cy="447076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A062FE72-759C-40D6-B394-2715B9D1AB43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327602" y="5798670"/>
            <a:ext cx="4482488" cy="781238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1849581" y="1943100"/>
            <a:ext cx="4895463" cy="2857500"/>
          </a:xfrm>
        </p:spPr>
        <p:txBody>
          <a:bodyPr tIns="0" anchor="t" anchorCtr="0">
            <a:noAutofit/>
          </a:bodyPr>
          <a:lstStyle>
            <a:lvl1pPr algn="l">
              <a:lnSpc>
                <a:spcPct val="70000"/>
              </a:lnSpc>
              <a:defRPr sz="600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 dirty="0"/>
              <a:t>Click to edit title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3" hasCustomPrompt="1"/>
          </p:nvPr>
        </p:nvSpPr>
        <p:spPr>
          <a:xfrm>
            <a:off x="9525000" y="436417"/>
            <a:ext cx="2286000" cy="3512127"/>
          </a:xfrm>
        </p:spPr>
        <p:txBody>
          <a:bodyPr>
            <a:noAutofit/>
          </a:bodyPr>
          <a:lstStyle>
            <a:lvl1pPr marL="0" indent="0">
              <a:lnSpc>
                <a:spcPct val="70000"/>
              </a:lnSpc>
              <a:defRPr sz="2800" b="0" baseline="0">
                <a:solidFill>
                  <a:schemeClr val="tx1"/>
                </a:solidFill>
                <a:latin typeface="+mj-lt"/>
              </a:defRPr>
            </a:lvl1pPr>
            <a:lvl2pPr marL="0" indent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defRPr sz="2000" b="0" cap="none" baseline="0">
                <a:solidFill>
                  <a:schemeClr val="tx1"/>
                </a:solidFill>
                <a:latin typeface="+mn-lt"/>
              </a:defRPr>
            </a:lvl2pPr>
            <a:lvl3pPr marL="0" indent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defRPr sz="1800" b="0" cap="none" baseline="0">
                <a:solidFill>
                  <a:schemeClr val="tx1"/>
                </a:solidFill>
                <a:latin typeface="+mn-lt"/>
              </a:defRPr>
            </a:lvl3pPr>
            <a:lvl4pPr marL="0" indent="0">
              <a:lnSpc>
                <a:spcPct val="100000"/>
              </a:lnSpc>
              <a:spcBef>
                <a:spcPts val="600"/>
              </a:spcBef>
              <a:buNone/>
              <a:defRPr sz="1800" b="0" cap="none" baseline="0">
                <a:solidFill>
                  <a:schemeClr val="tx1"/>
                </a:solidFill>
                <a:latin typeface="+mn-lt"/>
              </a:defRPr>
            </a:lvl4pPr>
            <a:lvl5pPr marL="0" indent="0">
              <a:lnSpc>
                <a:spcPct val="100000"/>
              </a:lnSpc>
              <a:spcBef>
                <a:spcPts val="600"/>
              </a:spcBef>
              <a:buNone/>
              <a:defRPr sz="1800" b="0" cap="none" baseline="0">
                <a:solidFill>
                  <a:schemeClr val="tx1"/>
                </a:solidFill>
                <a:latin typeface="+mn-lt"/>
              </a:defRPr>
            </a:lvl5pPr>
            <a:lvl6pPr marL="339717" indent="0">
              <a:buNone/>
              <a:defRPr/>
            </a:lvl6pPr>
            <a:lvl7pPr>
              <a:defRPr/>
            </a:lvl7pPr>
            <a:lvl8pPr>
              <a:defRPr/>
            </a:lvl8pPr>
          </a:lstStyle>
          <a:p>
            <a:pPr lvl="0"/>
            <a:r>
              <a:rPr lang="en-US" dirty="0"/>
              <a:t>subtitle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04649806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pos="6000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Long Headlin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ooter Placeholder 6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4F9AC08D-23A9-440E-BCB9-AA1E9877CC3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Title 10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0"/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9720565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hort Headline and 1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5"/>
          <p:cNvSpPr>
            <a:spLocks noGrp="1"/>
          </p:cNvSpPr>
          <p:nvPr>
            <p:ph sz="quarter" idx="18"/>
          </p:nvPr>
        </p:nvSpPr>
        <p:spPr>
          <a:xfrm>
            <a:off x="381001" y="1828802"/>
            <a:ext cx="8572500" cy="4689475"/>
          </a:xfrm>
        </p:spPr>
        <p:txBody>
          <a:bodyPr/>
          <a:lstStyle>
            <a:lvl3pPr marL="514338" indent="-230182">
              <a:buFont typeface="Graphik" panose="020B0503030202060203" pitchFamily="34" charset="0"/>
              <a:buChar char="–"/>
              <a:defRPr/>
            </a:lvl3pPr>
            <a:lvl5pPr marL="857229" indent="-177796">
              <a:buFont typeface="Graphik" panose="020B0503030202060203" pitchFamily="34" charset="0"/>
              <a:buChar char="–"/>
              <a:defRPr/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1" name="Title 10"/>
          <p:cNvSpPr>
            <a:spLocks noGrp="1"/>
          </p:cNvSpPr>
          <p:nvPr>
            <p:ph type="title"/>
          </p:nvPr>
        </p:nvSpPr>
        <p:spPr>
          <a:xfrm>
            <a:off x="381000" y="380999"/>
            <a:ext cx="5715000" cy="990601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2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21"/>
          </p:nvPr>
        </p:nvSpPr>
        <p:spPr/>
        <p:txBody>
          <a:bodyPr/>
          <a:lstStyle/>
          <a:p>
            <a:fld id="{4F9AC08D-23A9-440E-BCB9-AA1E9877CC3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96204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hort Headline and 2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ooter Placeholder 6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4F9AC08D-23A9-440E-BCB9-AA1E9877CC3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18"/>
          </p:nvPr>
        </p:nvSpPr>
        <p:spPr>
          <a:xfrm>
            <a:off x="381000" y="1828802"/>
            <a:ext cx="5715000" cy="4689475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spcAft>
                <a:spcPts val="1200"/>
              </a:spcAft>
              <a:defRPr sz="2000"/>
            </a:lvl2pPr>
            <a:lvl3pPr marL="514338" indent="-230182">
              <a:buFont typeface="Graphik" panose="020B0503030202060203" pitchFamily="34" charset="0"/>
              <a:buChar char="–"/>
              <a:defRPr sz="1600"/>
            </a:lvl3pPr>
            <a:lvl5pPr marL="857229" indent="-177796">
              <a:buFont typeface="Graphik" panose="020B0503030202060203" pitchFamily="34" charset="0"/>
              <a:buChar char="–"/>
              <a:defRPr/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1" name="Title 10"/>
          <p:cNvSpPr>
            <a:spLocks noGrp="1"/>
          </p:cNvSpPr>
          <p:nvPr>
            <p:ph type="title"/>
          </p:nvPr>
        </p:nvSpPr>
        <p:spPr>
          <a:xfrm>
            <a:off x="381000" y="380999"/>
            <a:ext cx="5715000" cy="990601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5"/>
          <p:cNvSpPr>
            <a:spLocks noGrp="1"/>
          </p:cNvSpPr>
          <p:nvPr>
            <p:ph sz="quarter" idx="19"/>
          </p:nvPr>
        </p:nvSpPr>
        <p:spPr>
          <a:xfrm>
            <a:off x="6096000" y="1828802"/>
            <a:ext cx="5715000" cy="4689475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spcAft>
                <a:spcPts val="1200"/>
              </a:spcAft>
              <a:defRPr sz="2000"/>
            </a:lvl2pPr>
            <a:lvl3pPr marL="514338" indent="-230182">
              <a:buFont typeface="Graphik" panose="020B0503030202060203" pitchFamily="34" charset="0"/>
              <a:buChar char="–"/>
              <a:defRPr sz="1600"/>
            </a:lvl3pPr>
            <a:lvl5pPr marL="857229" indent="-177796">
              <a:buFont typeface="Graphik" panose="020B0503030202060203" pitchFamily="34" charset="0"/>
              <a:buChar char="–"/>
              <a:defRPr/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35410129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hort Headlin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ooter Placeholder 6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4F9AC08D-23A9-440E-BCB9-AA1E9877CC3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Title 10"/>
          <p:cNvSpPr>
            <a:spLocks noGrp="1"/>
          </p:cNvSpPr>
          <p:nvPr>
            <p:ph type="title"/>
          </p:nvPr>
        </p:nvSpPr>
        <p:spPr>
          <a:xfrm>
            <a:off x="381000" y="380999"/>
            <a:ext cx="5715000" cy="990601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0232616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ong Headline and 1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5"/>
          <p:cNvSpPr>
            <a:spLocks noGrp="1"/>
          </p:cNvSpPr>
          <p:nvPr>
            <p:ph sz="quarter" idx="18"/>
          </p:nvPr>
        </p:nvSpPr>
        <p:spPr>
          <a:xfrm>
            <a:off x="381001" y="1828802"/>
            <a:ext cx="8572500" cy="4689475"/>
          </a:xfrm>
        </p:spPr>
        <p:txBody>
          <a:bodyPr/>
          <a:lstStyle>
            <a:lvl3pPr marL="514338" indent="-230182">
              <a:buFont typeface="Graphik" panose="020B0503030202060203" pitchFamily="34" charset="0"/>
              <a:buChar char="–"/>
              <a:defRPr/>
            </a:lvl3pPr>
            <a:lvl5pPr marL="857229" indent="-177796">
              <a:buFont typeface="Graphik" panose="020B0503030202060203" pitchFamily="34" charset="0"/>
              <a:buChar char="–"/>
              <a:defRPr/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1" name="Title 10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2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21"/>
          </p:nvPr>
        </p:nvSpPr>
        <p:spPr/>
        <p:txBody>
          <a:bodyPr/>
          <a:lstStyle/>
          <a:p>
            <a:fld id="{4F9AC08D-23A9-440E-BCB9-AA1E9877CC3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96998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ong Headline and 2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ooter Placeholder 6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4F9AC08D-23A9-440E-BCB9-AA1E9877CC3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18"/>
          </p:nvPr>
        </p:nvSpPr>
        <p:spPr>
          <a:xfrm>
            <a:off x="381000" y="1828802"/>
            <a:ext cx="5715000" cy="4689475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spcAft>
                <a:spcPts val="1200"/>
              </a:spcAft>
              <a:defRPr sz="2000"/>
            </a:lvl2pPr>
            <a:lvl3pPr marL="514338" indent="-230182">
              <a:buFont typeface="Graphik" panose="020B0503030202060203" pitchFamily="34" charset="0"/>
              <a:buChar char="–"/>
              <a:defRPr sz="1600"/>
            </a:lvl3pPr>
            <a:lvl5pPr marL="857229" indent="-177796">
              <a:buFont typeface="Graphik" panose="020B0503030202060203" pitchFamily="34" charset="0"/>
              <a:buChar char="–"/>
              <a:defRPr/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1" name="Title 10"/>
          <p:cNvSpPr>
            <a:spLocks noGrp="1"/>
          </p:cNvSpPr>
          <p:nvPr>
            <p:ph type="title"/>
          </p:nvPr>
        </p:nvSpPr>
        <p:spPr>
          <a:xfrm>
            <a:off x="381000" y="380999"/>
            <a:ext cx="11430000" cy="990601"/>
          </a:xfrm>
        </p:spPr>
        <p:txBody>
          <a:bodyPr/>
          <a:lstStyle>
            <a:lvl1pPr>
              <a:defRPr b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5"/>
          <p:cNvSpPr>
            <a:spLocks noGrp="1"/>
          </p:cNvSpPr>
          <p:nvPr>
            <p:ph sz="quarter" idx="19"/>
          </p:nvPr>
        </p:nvSpPr>
        <p:spPr>
          <a:xfrm>
            <a:off x="6096000" y="1828802"/>
            <a:ext cx="5715000" cy="4689475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spcAft>
                <a:spcPts val="1200"/>
              </a:spcAft>
              <a:defRPr sz="2000"/>
            </a:lvl2pPr>
            <a:lvl3pPr marL="514338" indent="-230182">
              <a:buFont typeface="Graphik" panose="020B0503030202060203" pitchFamily="34" charset="0"/>
              <a:buChar char="–"/>
              <a:defRPr sz="1600"/>
            </a:lvl3pPr>
            <a:lvl5pPr marL="857229" indent="-177796">
              <a:buFont typeface="Graphik" panose="020B0503030202060203" pitchFamily="34" charset="0"/>
              <a:buChar char="–"/>
              <a:defRPr/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42933657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ong Headlin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ooter Placeholder 6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4F9AC08D-23A9-440E-BCB9-AA1E9877CC3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Title 10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0"/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00685920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with footer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9AC08D-23A9-440E-BCB9-AA1E9877CC3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1060719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Master: Whit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F9A21FFB-B354-4CCB-B3EB-374EF718969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72565" y="5846780"/>
            <a:ext cx="4543635" cy="678038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D1CAF5EF-2681-43ED-98D4-9F233E156D48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447741" y="964387"/>
            <a:ext cx="4309200" cy="4470763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381001" y="457200"/>
            <a:ext cx="5714999" cy="3086100"/>
          </a:xfrm>
        </p:spPr>
        <p:txBody>
          <a:bodyPr tIns="0" anchor="t" anchorCtr="0">
            <a:noAutofit/>
          </a:bodyPr>
          <a:lstStyle>
            <a:lvl1pPr algn="l">
              <a:lnSpc>
                <a:spcPct val="70000"/>
              </a:lnSpc>
              <a:defRPr sz="600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 dirty="0"/>
              <a:t>Click to edit title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3" hasCustomPrompt="1"/>
          </p:nvPr>
        </p:nvSpPr>
        <p:spPr>
          <a:xfrm>
            <a:off x="381000" y="3543302"/>
            <a:ext cx="5715000" cy="3162299"/>
          </a:xfrm>
        </p:spPr>
        <p:txBody>
          <a:bodyPr>
            <a:noAutofit/>
          </a:bodyPr>
          <a:lstStyle>
            <a:lvl1pPr marL="0" indent="0">
              <a:lnSpc>
                <a:spcPct val="70000"/>
              </a:lnSpc>
              <a:defRPr sz="4000" b="0" baseline="0">
                <a:solidFill>
                  <a:schemeClr val="tx1"/>
                </a:solidFill>
                <a:latin typeface="+mj-lt"/>
              </a:defRPr>
            </a:lvl1pPr>
            <a:lvl2pPr marL="0" indent="0">
              <a:lnSpc>
                <a:spcPct val="100000"/>
              </a:lnSpc>
              <a:spcAft>
                <a:spcPts val="0"/>
              </a:spcAft>
              <a:defRPr sz="2400" b="0" cap="none" baseline="0">
                <a:solidFill>
                  <a:schemeClr val="tx1"/>
                </a:solidFill>
                <a:latin typeface="+mn-lt"/>
              </a:defRPr>
            </a:lvl2pPr>
            <a:lvl3pPr marL="0" indent="0">
              <a:lnSpc>
                <a:spcPct val="100000"/>
              </a:lnSpc>
              <a:spcAft>
                <a:spcPts val="0"/>
              </a:spcAft>
              <a:defRPr sz="1800" b="0" cap="none" baseline="0">
                <a:solidFill>
                  <a:schemeClr val="tx1"/>
                </a:solidFill>
                <a:latin typeface="+mn-lt"/>
              </a:defRPr>
            </a:lvl3pPr>
            <a:lvl4pPr marL="0" indent="0">
              <a:lnSpc>
                <a:spcPct val="100000"/>
              </a:lnSpc>
              <a:buNone/>
              <a:defRPr sz="1800" b="0" cap="none" baseline="0">
                <a:solidFill>
                  <a:schemeClr val="tx1"/>
                </a:solidFill>
                <a:latin typeface="+mn-lt"/>
              </a:defRPr>
            </a:lvl4pPr>
            <a:lvl5pPr marL="0" indent="0">
              <a:lnSpc>
                <a:spcPct val="100000"/>
              </a:lnSpc>
              <a:buNone/>
              <a:defRPr sz="1800" b="0" cap="none" baseline="0">
                <a:solidFill>
                  <a:schemeClr val="tx1"/>
                </a:solidFill>
                <a:latin typeface="+mn-lt"/>
              </a:defRPr>
            </a:lvl5pPr>
            <a:lvl6pPr marL="339717" indent="0">
              <a:buNone/>
              <a:defRPr/>
            </a:lvl6pPr>
            <a:lvl7pPr>
              <a:defRPr/>
            </a:lvl7pPr>
            <a:lvl8pPr>
              <a:defRPr/>
            </a:lvl8pPr>
          </a:lstStyle>
          <a:p>
            <a:pPr lvl="0"/>
            <a:r>
              <a:rPr lang="en-US" dirty="0"/>
              <a:t>subtitle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69615650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Master: Whit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F9A21FFB-B354-4CCB-B3EB-374EF718969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72565" y="5846780"/>
            <a:ext cx="4543635" cy="678038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D1CAF5EF-2681-43ED-98D4-9F233E156D48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447741" y="964387"/>
            <a:ext cx="4309200" cy="4470763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381001" y="457200"/>
            <a:ext cx="5714999" cy="3086100"/>
          </a:xfrm>
        </p:spPr>
        <p:txBody>
          <a:bodyPr tIns="0" anchor="t" anchorCtr="0">
            <a:noAutofit/>
          </a:bodyPr>
          <a:lstStyle>
            <a:lvl1pPr algn="l">
              <a:lnSpc>
                <a:spcPct val="70000"/>
              </a:lnSpc>
              <a:defRPr sz="600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 dirty="0"/>
              <a:t>Click to edit title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3" hasCustomPrompt="1"/>
          </p:nvPr>
        </p:nvSpPr>
        <p:spPr>
          <a:xfrm>
            <a:off x="381000" y="3543302"/>
            <a:ext cx="5715000" cy="3162299"/>
          </a:xfrm>
        </p:spPr>
        <p:txBody>
          <a:bodyPr>
            <a:noAutofit/>
          </a:bodyPr>
          <a:lstStyle>
            <a:lvl1pPr marL="0" indent="0">
              <a:lnSpc>
                <a:spcPct val="70000"/>
              </a:lnSpc>
              <a:defRPr sz="4000" b="0" baseline="0">
                <a:solidFill>
                  <a:schemeClr val="tx1"/>
                </a:solidFill>
                <a:latin typeface="+mj-lt"/>
              </a:defRPr>
            </a:lvl1pPr>
            <a:lvl2pPr marL="0" indent="0">
              <a:lnSpc>
                <a:spcPct val="100000"/>
              </a:lnSpc>
              <a:spcAft>
                <a:spcPts val="0"/>
              </a:spcAft>
              <a:defRPr sz="2400" b="0" cap="none" baseline="0">
                <a:solidFill>
                  <a:schemeClr val="tx1"/>
                </a:solidFill>
                <a:latin typeface="+mn-lt"/>
              </a:defRPr>
            </a:lvl2pPr>
            <a:lvl3pPr marL="0" indent="0">
              <a:lnSpc>
                <a:spcPct val="100000"/>
              </a:lnSpc>
              <a:spcAft>
                <a:spcPts val="0"/>
              </a:spcAft>
              <a:defRPr sz="1800" b="0" cap="none" baseline="0">
                <a:solidFill>
                  <a:schemeClr val="tx1"/>
                </a:solidFill>
                <a:latin typeface="+mn-lt"/>
              </a:defRPr>
            </a:lvl3pPr>
            <a:lvl4pPr marL="0" indent="0">
              <a:lnSpc>
                <a:spcPct val="100000"/>
              </a:lnSpc>
              <a:buNone/>
              <a:defRPr sz="1800" b="0" cap="none" baseline="0">
                <a:solidFill>
                  <a:schemeClr val="tx1"/>
                </a:solidFill>
                <a:latin typeface="+mn-lt"/>
              </a:defRPr>
            </a:lvl4pPr>
            <a:lvl5pPr marL="0" indent="0">
              <a:lnSpc>
                <a:spcPct val="100000"/>
              </a:lnSpc>
              <a:buNone/>
              <a:defRPr sz="1800" b="0" cap="none" baseline="0">
                <a:solidFill>
                  <a:schemeClr val="tx1"/>
                </a:solidFill>
                <a:latin typeface="+mn-lt"/>
              </a:defRPr>
            </a:lvl5pPr>
            <a:lvl6pPr marL="339717" indent="0">
              <a:buNone/>
              <a:defRPr/>
            </a:lvl6pPr>
            <a:lvl7pPr>
              <a:defRPr/>
            </a:lvl7pPr>
            <a:lvl8pPr>
              <a:defRPr/>
            </a:lvl8pPr>
          </a:lstStyle>
          <a:p>
            <a:pPr lvl="0"/>
            <a:r>
              <a:rPr lang="en-US" dirty="0"/>
              <a:t>subtitle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48243373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Master: Black">
    <p:bg>
      <p:bgPr>
        <a:solidFill>
          <a:srgbClr val="0053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853CDF64-397D-4D55-8C64-5862DE850B3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447741" y="964366"/>
            <a:ext cx="4309200" cy="4470763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58465870-75DE-47EB-BD39-E11643DB0A92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14533" y="5833249"/>
            <a:ext cx="4598330" cy="6862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381001" y="457200"/>
            <a:ext cx="5714999" cy="3086100"/>
          </a:xfrm>
        </p:spPr>
        <p:txBody>
          <a:bodyPr tIns="0" anchor="t" anchorCtr="0">
            <a:noAutofit/>
          </a:bodyPr>
          <a:lstStyle>
            <a:lvl1pPr algn="l">
              <a:lnSpc>
                <a:spcPct val="70000"/>
              </a:lnSpc>
              <a:defRPr sz="600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 dirty="0"/>
              <a:t>Click to edit title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3" hasCustomPrompt="1"/>
          </p:nvPr>
        </p:nvSpPr>
        <p:spPr>
          <a:xfrm>
            <a:off x="381000" y="3543302"/>
            <a:ext cx="5715000" cy="3162299"/>
          </a:xfrm>
        </p:spPr>
        <p:txBody>
          <a:bodyPr>
            <a:noAutofit/>
          </a:bodyPr>
          <a:lstStyle>
            <a:lvl1pPr marL="0" indent="0">
              <a:lnSpc>
                <a:spcPct val="70000"/>
              </a:lnSpc>
              <a:defRPr sz="4000" b="0" baseline="0">
                <a:solidFill>
                  <a:schemeClr val="tx1"/>
                </a:solidFill>
                <a:latin typeface="+mj-lt"/>
              </a:defRPr>
            </a:lvl1pPr>
            <a:lvl2pPr marL="0" indent="0">
              <a:lnSpc>
                <a:spcPct val="100000"/>
              </a:lnSpc>
              <a:spcAft>
                <a:spcPts val="0"/>
              </a:spcAft>
              <a:defRPr sz="2400" b="0" cap="none" baseline="0">
                <a:solidFill>
                  <a:schemeClr val="tx1"/>
                </a:solidFill>
                <a:latin typeface="+mn-lt"/>
              </a:defRPr>
            </a:lvl2pPr>
            <a:lvl3pPr marL="0" indent="0">
              <a:lnSpc>
                <a:spcPct val="100000"/>
              </a:lnSpc>
              <a:spcAft>
                <a:spcPts val="0"/>
              </a:spcAft>
              <a:defRPr sz="1800" b="0" cap="none" baseline="0">
                <a:solidFill>
                  <a:schemeClr val="tx1"/>
                </a:solidFill>
                <a:latin typeface="+mn-lt"/>
              </a:defRPr>
            </a:lvl3pPr>
            <a:lvl4pPr marL="0" indent="0">
              <a:lnSpc>
                <a:spcPct val="100000"/>
              </a:lnSpc>
              <a:buNone/>
              <a:defRPr sz="1800" b="0" cap="none" baseline="0">
                <a:solidFill>
                  <a:schemeClr val="tx1"/>
                </a:solidFill>
                <a:latin typeface="+mn-lt"/>
              </a:defRPr>
            </a:lvl4pPr>
            <a:lvl5pPr marL="0" indent="0">
              <a:lnSpc>
                <a:spcPct val="100000"/>
              </a:lnSpc>
              <a:buNone/>
              <a:defRPr sz="1800" b="0" cap="none" baseline="0">
                <a:solidFill>
                  <a:schemeClr val="tx1"/>
                </a:solidFill>
                <a:latin typeface="+mn-lt"/>
              </a:defRPr>
            </a:lvl5pPr>
            <a:lvl6pPr marL="339717" indent="0">
              <a:buNone/>
              <a:defRPr/>
            </a:lvl6pPr>
            <a:lvl7pPr>
              <a:defRPr/>
            </a:lvl7pPr>
            <a:lvl8pPr>
              <a:defRPr/>
            </a:lvl8pPr>
          </a:lstStyle>
          <a:p>
            <a:pPr lvl="0"/>
            <a:r>
              <a:rPr lang="en-US" dirty="0"/>
              <a:t>subtitle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74314483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2" pos="3840">
          <p15:clr>
            <a:srgbClr val="FBAE40"/>
          </p15:clr>
        </p15:guide>
        <p15:guide id="3" pos="6024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Long Headlin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ooter Placeholder 6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4F9AC08D-23A9-440E-BCB9-AA1E9877CC3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Title 10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0"/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04397133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: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381001" y="571500"/>
            <a:ext cx="8572500" cy="2971800"/>
          </a:xfrm>
        </p:spPr>
        <p:txBody>
          <a:bodyPr tIns="0" anchor="t" anchorCtr="0">
            <a:noAutofit/>
          </a:bodyPr>
          <a:lstStyle>
            <a:lvl1pPr algn="l">
              <a:lnSpc>
                <a:spcPct val="70000"/>
              </a:lnSpc>
              <a:defRPr sz="8000" spc="-150" baseline="0">
                <a:latin typeface="+mj-lt"/>
              </a:defRPr>
            </a:lvl1pPr>
          </a:lstStyle>
          <a:p>
            <a:r>
              <a:rPr lang="en-US" dirty="0"/>
              <a:t>Click to EDIT TITLE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3" hasCustomPrompt="1"/>
          </p:nvPr>
        </p:nvSpPr>
        <p:spPr>
          <a:xfrm>
            <a:off x="380999" y="3543300"/>
            <a:ext cx="8572501" cy="3162300"/>
          </a:xfrm>
        </p:spPr>
        <p:txBody>
          <a:bodyPr>
            <a:noAutofit/>
          </a:bodyPr>
          <a:lstStyle>
            <a:lvl1pPr marL="0" indent="0">
              <a:lnSpc>
                <a:spcPct val="65000"/>
              </a:lnSpc>
              <a:spcAft>
                <a:spcPts val="600"/>
              </a:spcAft>
              <a:defRPr sz="4400" b="0" spc="-150" baseline="0">
                <a:latin typeface="+mj-lt"/>
              </a:defRPr>
            </a:lvl1pPr>
            <a:lvl2pPr marL="0" indent="0">
              <a:lnSpc>
                <a:spcPct val="100000"/>
              </a:lnSpc>
              <a:spcAft>
                <a:spcPts val="600"/>
              </a:spcAft>
              <a:defRPr sz="4400" b="0" cap="none" baseline="0">
                <a:latin typeface="+mn-lt"/>
              </a:defRPr>
            </a:lvl2pPr>
            <a:lvl3pPr marL="0" indent="0">
              <a:lnSpc>
                <a:spcPct val="100000"/>
              </a:lnSpc>
              <a:spcAft>
                <a:spcPts val="600"/>
              </a:spcAft>
              <a:defRPr sz="2800" b="0" cap="none" baseline="0">
                <a:latin typeface="+mn-lt"/>
              </a:defRPr>
            </a:lvl3pPr>
            <a:lvl4pPr marL="0" indent="0">
              <a:lnSpc>
                <a:spcPct val="100000"/>
              </a:lnSpc>
              <a:spcAft>
                <a:spcPts val="600"/>
              </a:spcAft>
              <a:buNone/>
              <a:defRPr sz="2000" b="0" cap="none" baseline="0">
                <a:latin typeface="+mn-lt"/>
              </a:defRPr>
            </a:lvl4pPr>
            <a:lvl5pPr marL="0" indent="0">
              <a:lnSpc>
                <a:spcPct val="100000"/>
              </a:lnSpc>
              <a:spcAft>
                <a:spcPts val="600"/>
              </a:spcAft>
              <a:buNone/>
              <a:defRPr sz="1200" b="0" cap="none" baseline="0">
                <a:latin typeface="+mn-lt"/>
              </a:defRPr>
            </a:lvl5pPr>
            <a:lvl7pPr>
              <a:defRPr b="1">
                <a:latin typeface="+mn-lt"/>
              </a:defRPr>
            </a:lvl7pPr>
            <a:lvl8pPr>
              <a:defRPr>
                <a:latin typeface="+mn-lt"/>
              </a:defRPr>
            </a:lvl8pPr>
            <a:lvl9pPr>
              <a:defRPr>
                <a:latin typeface="+mn-lt"/>
              </a:defRPr>
            </a:lvl9pPr>
          </a:lstStyle>
          <a:p>
            <a:pPr lvl="0"/>
            <a:r>
              <a:rPr lang="en-US" dirty="0" err="1"/>
              <a:t>fIrst</a:t>
            </a:r>
            <a:r>
              <a:rPr lang="en-US" dirty="0"/>
              <a:t>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94606897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: Black">
    <p:bg>
      <p:bgPr>
        <a:solidFill>
          <a:srgbClr val="0053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381001" y="571500"/>
            <a:ext cx="8572500" cy="2971800"/>
          </a:xfrm>
        </p:spPr>
        <p:txBody>
          <a:bodyPr tIns="0" anchor="t" anchorCtr="0">
            <a:noAutofit/>
          </a:bodyPr>
          <a:lstStyle>
            <a:lvl1pPr algn="l">
              <a:lnSpc>
                <a:spcPct val="70000"/>
              </a:lnSpc>
              <a:defRPr sz="8000" spc="-150" baseline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 dirty="0"/>
              <a:t>Click to EDIT TITLE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3" hasCustomPrompt="1"/>
          </p:nvPr>
        </p:nvSpPr>
        <p:spPr>
          <a:xfrm>
            <a:off x="380999" y="3543300"/>
            <a:ext cx="8572501" cy="3162300"/>
          </a:xfrm>
        </p:spPr>
        <p:txBody>
          <a:bodyPr>
            <a:noAutofit/>
          </a:bodyPr>
          <a:lstStyle>
            <a:lvl1pPr marL="0" indent="0">
              <a:lnSpc>
                <a:spcPct val="65000"/>
              </a:lnSpc>
              <a:spcAft>
                <a:spcPts val="600"/>
              </a:spcAft>
              <a:defRPr sz="4400" b="0" spc="-150" baseline="0">
                <a:solidFill>
                  <a:schemeClr val="tx1"/>
                </a:solidFill>
                <a:latin typeface="+mj-lt"/>
              </a:defRPr>
            </a:lvl1pPr>
            <a:lvl2pPr marL="0" indent="0">
              <a:lnSpc>
                <a:spcPct val="100000"/>
              </a:lnSpc>
              <a:spcAft>
                <a:spcPts val="600"/>
              </a:spcAft>
              <a:defRPr sz="4400" b="0" cap="none" baseline="0">
                <a:solidFill>
                  <a:schemeClr val="tx1"/>
                </a:solidFill>
                <a:latin typeface="+mn-lt"/>
              </a:defRPr>
            </a:lvl2pPr>
            <a:lvl3pPr marL="0" indent="0">
              <a:lnSpc>
                <a:spcPct val="100000"/>
              </a:lnSpc>
              <a:spcAft>
                <a:spcPts val="600"/>
              </a:spcAft>
              <a:defRPr sz="2800" b="0" cap="none" baseline="0">
                <a:solidFill>
                  <a:schemeClr val="tx1"/>
                </a:solidFill>
                <a:latin typeface="+mn-lt"/>
              </a:defRPr>
            </a:lvl3pPr>
            <a:lvl4pPr marL="0" indent="0">
              <a:lnSpc>
                <a:spcPct val="100000"/>
              </a:lnSpc>
              <a:spcAft>
                <a:spcPts val="600"/>
              </a:spcAft>
              <a:buNone/>
              <a:defRPr sz="2000" b="0" cap="none" baseline="0">
                <a:solidFill>
                  <a:schemeClr val="tx1"/>
                </a:solidFill>
                <a:latin typeface="+mn-lt"/>
              </a:defRPr>
            </a:lvl4pPr>
            <a:lvl5pPr marL="0" indent="0">
              <a:lnSpc>
                <a:spcPct val="100000"/>
              </a:lnSpc>
              <a:spcAft>
                <a:spcPts val="600"/>
              </a:spcAft>
              <a:buNone/>
              <a:defRPr sz="1200" b="0" cap="none" baseline="0">
                <a:solidFill>
                  <a:schemeClr val="tx1"/>
                </a:solidFill>
                <a:latin typeface="+mn-lt"/>
              </a:defRPr>
            </a:lvl5pPr>
            <a:lvl7pPr>
              <a:defRPr b="1">
                <a:latin typeface="+mn-lt"/>
              </a:defRPr>
            </a:lvl7pPr>
            <a:lvl8pPr>
              <a:defRPr>
                <a:latin typeface="+mn-lt"/>
              </a:defRPr>
            </a:lvl8pPr>
            <a:lvl9pPr>
              <a:defRPr>
                <a:latin typeface="+mn-lt"/>
              </a:defRPr>
            </a:lvl9pPr>
          </a:lstStyle>
          <a:p>
            <a:pPr lvl="0"/>
            <a:r>
              <a:rPr lang="en-US" dirty="0" err="1"/>
              <a:t>fIrst</a:t>
            </a:r>
            <a:r>
              <a:rPr lang="en-US" dirty="0"/>
              <a:t>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73216195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Master: Whit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F9A21FFB-B354-4CCB-B3EB-374EF718969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72565" y="5846780"/>
            <a:ext cx="4543635" cy="678038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D1CAF5EF-2681-43ED-98D4-9F233E156D48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447741" y="964387"/>
            <a:ext cx="4309200" cy="4470763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381001" y="457200"/>
            <a:ext cx="5714999" cy="3086100"/>
          </a:xfrm>
        </p:spPr>
        <p:txBody>
          <a:bodyPr tIns="0" anchor="t" anchorCtr="0">
            <a:noAutofit/>
          </a:bodyPr>
          <a:lstStyle>
            <a:lvl1pPr algn="l">
              <a:lnSpc>
                <a:spcPct val="70000"/>
              </a:lnSpc>
              <a:defRPr sz="600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 dirty="0"/>
              <a:t>Click to edit title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3" hasCustomPrompt="1"/>
          </p:nvPr>
        </p:nvSpPr>
        <p:spPr>
          <a:xfrm>
            <a:off x="381000" y="3543302"/>
            <a:ext cx="5715000" cy="3162299"/>
          </a:xfrm>
        </p:spPr>
        <p:txBody>
          <a:bodyPr>
            <a:noAutofit/>
          </a:bodyPr>
          <a:lstStyle>
            <a:lvl1pPr marL="0" indent="0">
              <a:lnSpc>
                <a:spcPct val="70000"/>
              </a:lnSpc>
              <a:defRPr sz="4000" b="0" baseline="0">
                <a:solidFill>
                  <a:schemeClr val="tx1"/>
                </a:solidFill>
                <a:latin typeface="+mj-lt"/>
              </a:defRPr>
            </a:lvl1pPr>
            <a:lvl2pPr marL="0" indent="0">
              <a:lnSpc>
                <a:spcPct val="100000"/>
              </a:lnSpc>
              <a:spcAft>
                <a:spcPts val="0"/>
              </a:spcAft>
              <a:defRPr sz="2400" b="0" cap="none" baseline="0">
                <a:solidFill>
                  <a:schemeClr val="tx1"/>
                </a:solidFill>
                <a:latin typeface="+mn-lt"/>
              </a:defRPr>
            </a:lvl2pPr>
            <a:lvl3pPr marL="0" indent="0">
              <a:lnSpc>
                <a:spcPct val="100000"/>
              </a:lnSpc>
              <a:spcAft>
                <a:spcPts val="0"/>
              </a:spcAft>
              <a:defRPr sz="1800" b="0" cap="none" baseline="0">
                <a:solidFill>
                  <a:schemeClr val="tx1"/>
                </a:solidFill>
                <a:latin typeface="+mn-lt"/>
              </a:defRPr>
            </a:lvl3pPr>
            <a:lvl4pPr marL="0" indent="0">
              <a:lnSpc>
                <a:spcPct val="100000"/>
              </a:lnSpc>
              <a:buNone/>
              <a:defRPr sz="1800" b="0" cap="none" baseline="0">
                <a:solidFill>
                  <a:schemeClr val="tx1"/>
                </a:solidFill>
                <a:latin typeface="+mn-lt"/>
              </a:defRPr>
            </a:lvl4pPr>
            <a:lvl5pPr marL="0" indent="0">
              <a:lnSpc>
                <a:spcPct val="100000"/>
              </a:lnSpc>
              <a:buNone/>
              <a:defRPr sz="1800" b="0" cap="none" baseline="0">
                <a:solidFill>
                  <a:schemeClr val="tx1"/>
                </a:solidFill>
                <a:latin typeface="+mn-lt"/>
              </a:defRPr>
            </a:lvl5pPr>
            <a:lvl6pPr marL="339717" indent="0">
              <a:buNone/>
              <a:defRPr/>
            </a:lvl6pPr>
            <a:lvl7pPr>
              <a:defRPr/>
            </a:lvl7pPr>
            <a:lvl8pPr>
              <a:defRPr/>
            </a:lvl8pPr>
          </a:lstStyle>
          <a:p>
            <a:pPr lvl="0"/>
            <a:r>
              <a:rPr lang="en-US" dirty="0"/>
              <a:t>subtitle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29124164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Master: Black">
    <p:bg>
      <p:bgPr>
        <a:solidFill>
          <a:srgbClr val="0053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853CDF64-397D-4D55-8C64-5862DE850B3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447741" y="964366"/>
            <a:ext cx="4309200" cy="4470763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58465870-75DE-47EB-BD39-E11643DB0A92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14533" y="5833249"/>
            <a:ext cx="4598330" cy="6862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381001" y="457200"/>
            <a:ext cx="5714999" cy="3086100"/>
          </a:xfrm>
        </p:spPr>
        <p:txBody>
          <a:bodyPr tIns="0" anchor="t" anchorCtr="0">
            <a:noAutofit/>
          </a:bodyPr>
          <a:lstStyle>
            <a:lvl1pPr algn="l">
              <a:lnSpc>
                <a:spcPct val="70000"/>
              </a:lnSpc>
              <a:defRPr sz="600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 dirty="0"/>
              <a:t>Click to edit title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3" hasCustomPrompt="1"/>
          </p:nvPr>
        </p:nvSpPr>
        <p:spPr>
          <a:xfrm>
            <a:off x="381000" y="3543302"/>
            <a:ext cx="5715000" cy="3162299"/>
          </a:xfrm>
        </p:spPr>
        <p:txBody>
          <a:bodyPr>
            <a:noAutofit/>
          </a:bodyPr>
          <a:lstStyle>
            <a:lvl1pPr marL="0" indent="0">
              <a:lnSpc>
                <a:spcPct val="70000"/>
              </a:lnSpc>
              <a:defRPr sz="4000" b="0" baseline="0">
                <a:solidFill>
                  <a:schemeClr val="tx1"/>
                </a:solidFill>
                <a:latin typeface="+mj-lt"/>
              </a:defRPr>
            </a:lvl1pPr>
            <a:lvl2pPr marL="0" indent="0">
              <a:lnSpc>
                <a:spcPct val="100000"/>
              </a:lnSpc>
              <a:spcAft>
                <a:spcPts val="0"/>
              </a:spcAft>
              <a:defRPr sz="2400" b="0" cap="none" baseline="0">
                <a:solidFill>
                  <a:schemeClr val="tx1"/>
                </a:solidFill>
                <a:latin typeface="+mn-lt"/>
              </a:defRPr>
            </a:lvl2pPr>
            <a:lvl3pPr marL="0" indent="0">
              <a:lnSpc>
                <a:spcPct val="100000"/>
              </a:lnSpc>
              <a:spcAft>
                <a:spcPts val="0"/>
              </a:spcAft>
              <a:defRPr sz="1800" b="0" cap="none" baseline="0">
                <a:solidFill>
                  <a:schemeClr val="tx1"/>
                </a:solidFill>
                <a:latin typeface="+mn-lt"/>
              </a:defRPr>
            </a:lvl3pPr>
            <a:lvl4pPr marL="0" indent="0">
              <a:lnSpc>
                <a:spcPct val="100000"/>
              </a:lnSpc>
              <a:buNone/>
              <a:defRPr sz="1800" b="0" cap="none" baseline="0">
                <a:solidFill>
                  <a:schemeClr val="tx1"/>
                </a:solidFill>
                <a:latin typeface="+mn-lt"/>
              </a:defRPr>
            </a:lvl4pPr>
            <a:lvl5pPr marL="0" indent="0">
              <a:lnSpc>
                <a:spcPct val="100000"/>
              </a:lnSpc>
              <a:buNone/>
              <a:defRPr sz="1800" b="0" cap="none" baseline="0">
                <a:solidFill>
                  <a:schemeClr val="tx1"/>
                </a:solidFill>
                <a:latin typeface="+mn-lt"/>
              </a:defRPr>
            </a:lvl5pPr>
            <a:lvl6pPr marL="339717" indent="0">
              <a:buNone/>
              <a:defRPr/>
            </a:lvl6pPr>
            <a:lvl7pPr>
              <a:defRPr/>
            </a:lvl7pPr>
            <a:lvl8pPr>
              <a:defRPr/>
            </a:lvl8pPr>
          </a:lstStyle>
          <a:p>
            <a:pPr lvl="0"/>
            <a:r>
              <a:rPr lang="en-US" dirty="0"/>
              <a:t>subtitle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52805539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2" pos="3840">
          <p15:clr>
            <a:srgbClr val="FBAE40"/>
          </p15:clr>
        </p15:guide>
        <p15:guide id="3" pos="6024">
          <p15:clr>
            <a:srgbClr val="FBAE4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Long Headlin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ooter Placeholder 6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4F9AC08D-23A9-440E-BCB9-AA1E9877CC3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Title 10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0"/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374471606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774358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4.xml"/><Relationship Id="rId3" Type="http://schemas.openxmlformats.org/officeDocument/2006/relationships/slideLayout" Target="../slideLayouts/slideLayout9.xml"/><Relationship Id="rId7" Type="http://schemas.openxmlformats.org/officeDocument/2006/relationships/slideLayout" Target="../slideLayouts/slideLayout13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8.xml"/><Relationship Id="rId1" Type="http://schemas.openxmlformats.org/officeDocument/2006/relationships/slideLayout" Target="../slideLayouts/slideLayout7.xml"/><Relationship Id="rId6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0.xml"/><Relationship Id="rId9" Type="http://schemas.openxmlformats.org/officeDocument/2006/relationships/slideLayout" Target="../slideLayouts/slideLayout15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0.xml"/><Relationship Id="rId7" Type="http://schemas.openxmlformats.org/officeDocument/2006/relationships/theme" Target="../theme/theme3.xml"/><Relationship Id="rId2" Type="http://schemas.openxmlformats.org/officeDocument/2006/relationships/slideLayout" Target="../slideLayouts/slideLayout19.xml"/><Relationship Id="rId1" Type="http://schemas.openxmlformats.org/officeDocument/2006/relationships/slideLayout" Target="../slideLayouts/slideLayout18.xml"/><Relationship Id="rId6" Type="http://schemas.openxmlformats.org/officeDocument/2006/relationships/slideLayout" Target="../slideLayouts/slideLayout23.xml"/><Relationship Id="rId5" Type="http://schemas.openxmlformats.org/officeDocument/2006/relationships/slideLayout" Target="../slideLayouts/slideLayout22.xml"/><Relationship Id="rId4" Type="http://schemas.openxmlformats.org/officeDocument/2006/relationships/slideLayout" Target="../slideLayouts/slideLayout2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81000" y="381001"/>
            <a:ext cx="11430000" cy="1295401"/>
          </a:xfrm>
          <a:prstGeom prst="rect">
            <a:avLst/>
          </a:prstGeom>
        </p:spPr>
        <p:txBody>
          <a:bodyPr vert="horz" lIns="0" tIns="45720" rIns="0" bIns="0" rtlCol="0" anchor="t" anchorCtr="0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1000" y="1828800"/>
            <a:ext cx="11430000" cy="4686300"/>
          </a:xfrm>
          <a:prstGeom prst="rect">
            <a:avLst/>
          </a:prstGeom>
        </p:spPr>
        <p:txBody>
          <a:bodyPr vert="horz" lIns="0" tIns="91440" rIns="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41849105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7" r:id="rId1"/>
    <p:sldLayoutId id="2147483704" r:id="rId2"/>
    <p:sldLayoutId id="2147483708" r:id="rId3"/>
    <p:sldLayoutId id="2147483709" r:id="rId4"/>
    <p:sldLayoutId id="2147483710" r:id="rId5"/>
    <p:sldLayoutId id="2147483734" r:id="rId6"/>
  </p:sldLayoutIdLst>
  <p:hf hdr="0" ftr="0" dt="0"/>
  <p:txStyles>
    <p:titleStyle>
      <a:lvl1pPr marL="0" indent="0" algn="l" defTabSz="914377" rtl="0" eaLnBrk="1" latinLnBrk="0" hangingPunct="1">
        <a:lnSpc>
          <a:spcPct val="70000"/>
        </a:lnSpc>
        <a:spcBef>
          <a:spcPct val="0"/>
        </a:spcBef>
        <a:buNone/>
        <a:defRPr sz="4000" b="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377" rtl="0" eaLnBrk="1" latinLnBrk="0" hangingPunct="1">
        <a:lnSpc>
          <a:spcPct val="85000"/>
        </a:lnSpc>
        <a:spcBef>
          <a:spcPts val="0"/>
        </a:spcBef>
        <a:buFont typeface="Arial" panose="020B0604020202020204" pitchFamily="34" charset="0"/>
        <a:buNone/>
        <a:defRPr sz="1800" b="1" kern="1200" cap="all" baseline="0">
          <a:solidFill>
            <a:schemeClr val="tx1"/>
          </a:solidFill>
          <a:latin typeface="+mn-lt"/>
          <a:ea typeface="+mn-ea"/>
          <a:cs typeface="+mn-cs"/>
        </a:defRPr>
      </a:lvl1pPr>
      <a:lvl2pPr marL="0" indent="0" algn="l" defTabSz="914377" rtl="0" eaLnBrk="1" latinLnBrk="0" hangingPunct="1">
        <a:lnSpc>
          <a:spcPct val="90000"/>
        </a:lnSpc>
        <a:spcBef>
          <a:spcPts val="0"/>
        </a:spcBef>
        <a:spcAft>
          <a:spcPts val="1200"/>
        </a:spcAft>
        <a:buFont typeface="Arial" panose="020B0604020202020204" pitchFamily="34" charset="0"/>
        <a:buNone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0" indent="0" algn="l" defTabSz="914377" rtl="0" eaLnBrk="1" latinLnBrk="0" hangingPunct="1">
        <a:lnSpc>
          <a:spcPct val="110000"/>
        </a:lnSpc>
        <a:spcBef>
          <a:spcPts val="0"/>
        </a:spcBef>
        <a:spcAft>
          <a:spcPts val="900"/>
        </a:spcAft>
        <a:buFont typeface="Arial" panose="020B0604020202020204" pitchFamily="34" charset="0"/>
        <a:buNone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73034" indent="-169858" algn="l" defTabSz="914377" rtl="0" eaLnBrk="1" latinLnBrk="0" hangingPunct="1">
        <a:lnSpc>
          <a:spcPct val="110000"/>
        </a:lnSpc>
        <a:spcBef>
          <a:spcPts val="0"/>
        </a:spcBef>
        <a:spcAft>
          <a:spcPts val="0"/>
        </a:spcAft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346066" indent="-177796" algn="l" defTabSz="914377" rtl="0" eaLnBrk="1" latinLnBrk="0" hangingPunct="1">
        <a:lnSpc>
          <a:spcPct val="110000"/>
        </a:lnSpc>
        <a:spcBef>
          <a:spcPts val="0"/>
        </a:spcBef>
        <a:spcAft>
          <a:spcPts val="0"/>
        </a:spcAft>
        <a:buFont typeface="Graphik" panose="020B0503030202060203" pitchFamily="34" charset="0"/>
        <a:buChar char="–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512750" indent="-17303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0" indent="0" algn="l" defTabSz="914377" rtl="0" eaLnBrk="1" latinLnBrk="0" hangingPunct="1">
        <a:lnSpc>
          <a:spcPct val="90000"/>
        </a:lnSpc>
        <a:spcBef>
          <a:spcPts val="800"/>
        </a:spcBef>
        <a:buFont typeface="Arial" panose="020B0604020202020204" pitchFamily="34" charset="0"/>
        <a:buNone/>
        <a:defRPr sz="1200" b="1" kern="1200" cap="all" baseline="0">
          <a:solidFill>
            <a:schemeClr val="tx1"/>
          </a:solidFill>
          <a:latin typeface="+mj-lt"/>
          <a:ea typeface="+mn-ea"/>
          <a:cs typeface="+mn-cs"/>
        </a:defRPr>
      </a:lvl7pPr>
      <a:lvl8pPr marL="0" indent="0" algn="l" defTabSz="914377" rtl="0" eaLnBrk="1" latinLnBrk="0" hangingPunct="1">
        <a:lnSpc>
          <a:spcPct val="100000"/>
        </a:lnSpc>
        <a:spcBef>
          <a:spcPts val="0"/>
        </a:spcBef>
        <a:spcAft>
          <a:spcPts val="800"/>
        </a:spcAft>
        <a:buFont typeface="Arial" panose="020B0604020202020204" pitchFamily="34" charset="0"/>
        <a:buNone/>
        <a:defRPr sz="18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0" indent="0" algn="l" defTabSz="914377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Arial" panose="020B0604020202020204" pitchFamily="34" charset="0"/>
        <a:buNone/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224" userDrawn="1">
          <p15:clr>
            <a:srgbClr val="F26B43"/>
          </p15:clr>
        </p15:guide>
        <p15:guide id="2" pos="5640" userDrawn="1">
          <p15:clr>
            <a:srgbClr val="F26B43"/>
          </p15:clr>
        </p15:guide>
        <p15:guide id="4" userDrawn="1">
          <p15:clr>
            <a:srgbClr val="F26B43"/>
          </p15:clr>
        </p15:guide>
        <p15:guide id="5" orient="horz" pos="240" userDrawn="1">
          <p15:clr>
            <a:srgbClr val="F26B43"/>
          </p15:clr>
        </p15:guide>
        <p15:guide id="6" orient="horz" userDrawn="1">
          <p15:clr>
            <a:srgbClr val="F26B43"/>
          </p15:clr>
        </p15:guide>
        <p15:guide id="7" pos="7680" userDrawn="1">
          <p15:clr>
            <a:srgbClr val="F26B43"/>
          </p15:clr>
        </p15:guide>
        <p15:guide id="9" pos="240" userDrawn="1">
          <p15:clr>
            <a:srgbClr val="F26B43"/>
          </p15:clr>
        </p15:guide>
        <p15:guide id="10" orient="horz" pos="4224" userDrawn="1">
          <p15:clr>
            <a:srgbClr val="F26B43"/>
          </p15:clr>
        </p15:guide>
        <p15:guide id="11" pos="3840" userDrawn="1">
          <p15:clr>
            <a:srgbClr val="F26B43"/>
          </p15:clr>
        </p15:guide>
        <p15:guide id="13" pos="2040" userDrawn="1">
          <p15:clr>
            <a:srgbClr val="F26B43"/>
          </p15:clr>
        </p15:guide>
        <p15:guide id="14" pos="7440" userDrawn="1">
          <p15:clr>
            <a:srgbClr val="F26B43"/>
          </p15:clr>
        </p15:guide>
        <p15:guide id="15" orient="horz" pos="2232" userDrawn="1">
          <p15:clr>
            <a:srgbClr val="F26B43"/>
          </p15:clr>
        </p15:guide>
        <p15:guide id="16" orient="horz" pos="3240" userDrawn="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81000" y="380999"/>
            <a:ext cx="11430000" cy="990601"/>
          </a:xfrm>
          <a:prstGeom prst="rect">
            <a:avLst/>
          </a:prstGeom>
        </p:spPr>
        <p:txBody>
          <a:bodyPr vert="horz" lIns="0" tIns="45720" rIns="0" bIns="0" rtlCol="0" anchor="t" anchorCtr="0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1000" y="1828800"/>
            <a:ext cx="11430000" cy="4686300"/>
          </a:xfrm>
          <a:prstGeom prst="rect">
            <a:avLst/>
          </a:prstGeom>
        </p:spPr>
        <p:txBody>
          <a:bodyPr vert="horz" lIns="0" tIns="91440" rIns="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81002" y="6519009"/>
            <a:ext cx="5714999" cy="206375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l">
              <a:defRPr sz="1000">
                <a:solidFill>
                  <a:schemeClr val="bg1">
                    <a:lumMod val="65000"/>
                  </a:schemeClr>
                </a:solidFill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506202" y="6519009"/>
            <a:ext cx="304799" cy="206375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1000">
                <a:solidFill>
                  <a:schemeClr val="bg1">
                    <a:lumMod val="65000"/>
                  </a:schemeClr>
                </a:solidFill>
                <a:latin typeface="+mn-lt"/>
              </a:defRPr>
            </a:lvl1pPr>
          </a:lstStyle>
          <a:p>
            <a:fld id="{4F9AC08D-23A9-440E-BCB9-AA1E9877CC3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519007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5" r:id="rId1"/>
    <p:sldLayoutId id="2147483700" r:id="rId2"/>
    <p:sldLayoutId id="2147483706" r:id="rId3"/>
    <p:sldLayoutId id="2147483676" r:id="rId4"/>
    <p:sldLayoutId id="2147483701" r:id="rId5"/>
    <p:sldLayoutId id="2147483702" r:id="rId6"/>
    <p:sldLayoutId id="2147483664" r:id="rId7"/>
    <p:sldLayoutId id="2147483713" r:id="rId8"/>
    <p:sldLayoutId id="2147483731" r:id="rId9"/>
    <p:sldLayoutId id="2147483732" r:id="rId10"/>
    <p:sldLayoutId id="2147483733" r:id="rId11"/>
  </p:sldLayoutIdLst>
  <p:hf hdr="0" ftr="0" dt="0"/>
  <p:txStyles>
    <p:titleStyle>
      <a:lvl1pPr marL="0" indent="0" algn="l" defTabSz="914377" rtl="0" eaLnBrk="1" latinLnBrk="0" hangingPunct="1">
        <a:lnSpc>
          <a:spcPct val="70000"/>
        </a:lnSpc>
        <a:spcBef>
          <a:spcPct val="0"/>
        </a:spcBef>
        <a:buNone/>
        <a:defRPr sz="4000" b="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55561" indent="0" algn="l" defTabSz="914377" rtl="0" eaLnBrk="1" latinLnBrk="0" hangingPunct="1">
        <a:lnSpc>
          <a:spcPct val="85000"/>
        </a:lnSpc>
        <a:spcBef>
          <a:spcPts val="0"/>
        </a:spcBef>
        <a:spcAft>
          <a:spcPts val="1200"/>
        </a:spcAft>
        <a:buFont typeface="Arial" panose="020B0604020202020204" pitchFamily="34" charset="0"/>
        <a:buNone/>
        <a:defRPr sz="2800" b="1" kern="1200" cap="none" baseline="0">
          <a:solidFill>
            <a:schemeClr val="tx1"/>
          </a:solidFill>
          <a:latin typeface="+mn-lt"/>
          <a:ea typeface="+mn-ea"/>
          <a:cs typeface="+mn-cs"/>
        </a:defRPr>
      </a:lvl1pPr>
      <a:lvl2pPr marL="285744" indent="-230182" algn="l" defTabSz="914377" rtl="0" eaLnBrk="1" latinLnBrk="0" hangingPunct="1">
        <a:lnSpc>
          <a:spcPct val="100000"/>
        </a:lnSpc>
        <a:spcBef>
          <a:spcPts val="0"/>
        </a:spcBef>
        <a:spcAft>
          <a:spcPts val="1200"/>
        </a:spcAft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2pPr>
      <a:lvl3pPr marL="514338" indent="-230182" algn="l" defTabSz="914377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Graphik" panose="020B0503030202060203" pitchFamily="34" charset="0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685783" indent="-171446" algn="l" defTabSz="914377" rtl="0" eaLnBrk="1" latinLnBrk="0" hangingPunct="1">
        <a:lnSpc>
          <a:spcPct val="110000"/>
        </a:lnSpc>
        <a:spcBef>
          <a:spcPts val="0"/>
        </a:spcBef>
        <a:spcAft>
          <a:spcPts val="0"/>
        </a:spcAft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857229" indent="-177796" algn="l" defTabSz="914377" rtl="0" eaLnBrk="1" latinLnBrk="0" hangingPunct="1">
        <a:lnSpc>
          <a:spcPct val="110000"/>
        </a:lnSpc>
        <a:spcBef>
          <a:spcPts val="0"/>
        </a:spcBef>
        <a:spcAft>
          <a:spcPts val="0"/>
        </a:spcAft>
        <a:buFont typeface="Graphik" panose="020B0503030202060203" pitchFamily="34" charset="0"/>
        <a:buChar char="–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1028674" indent="-17303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6pPr>
      <a:lvl7pPr marL="55561" indent="0" algn="l" defTabSz="914377" rtl="0" eaLnBrk="1" latinLnBrk="0" hangingPunct="1">
        <a:lnSpc>
          <a:spcPct val="90000"/>
        </a:lnSpc>
        <a:spcBef>
          <a:spcPts val="800"/>
        </a:spcBef>
        <a:buFont typeface="Arial" panose="020B0604020202020204" pitchFamily="34" charset="0"/>
        <a:buNone/>
        <a:defRPr sz="1200" b="1" kern="1200" cap="all" baseline="0">
          <a:solidFill>
            <a:schemeClr val="tx1"/>
          </a:solidFill>
          <a:latin typeface="+mj-lt"/>
          <a:ea typeface="+mn-ea"/>
          <a:cs typeface="+mn-cs"/>
        </a:defRPr>
      </a:lvl7pPr>
      <a:lvl8pPr marL="55561" indent="0" algn="l" defTabSz="914377" rtl="0" eaLnBrk="1" latinLnBrk="0" hangingPunct="1">
        <a:lnSpc>
          <a:spcPct val="100000"/>
        </a:lnSpc>
        <a:spcBef>
          <a:spcPts val="0"/>
        </a:spcBef>
        <a:spcAft>
          <a:spcPts val="800"/>
        </a:spcAft>
        <a:buFont typeface="Arial" panose="020B0604020202020204" pitchFamily="34" charset="0"/>
        <a:buNone/>
        <a:defRPr sz="18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55561" indent="0" algn="l" defTabSz="914377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Arial" panose="020B0604020202020204" pitchFamily="34" charset="0"/>
        <a:buNone/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152" userDrawn="1">
          <p15:clr>
            <a:srgbClr val="F26B43"/>
          </p15:clr>
        </p15:guide>
        <p15:guide id="2" pos="5640" userDrawn="1">
          <p15:clr>
            <a:srgbClr val="F26B43"/>
          </p15:clr>
        </p15:guide>
        <p15:guide id="3" userDrawn="1">
          <p15:clr>
            <a:srgbClr val="F26B43"/>
          </p15:clr>
        </p15:guide>
        <p15:guide id="6" orient="horz" userDrawn="1">
          <p15:clr>
            <a:srgbClr val="F26B43"/>
          </p15:clr>
        </p15:guide>
        <p15:guide id="8" pos="7680" userDrawn="1">
          <p15:clr>
            <a:srgbClr val="F26B43"/>
          </p15:clr>
        </p15:guide>
        <p15:guide id="9" pos="240" userDrawn="1">
          <p15:clr>
            <a:srgbClr val="F26B43"/>
          </p15:clr>
        </p15:guide>
        <p15:guide id="10" orient="horz" pos="4224" userDrawn="1">
          <p15:clr>
            <a:srgbClr val="F26B43"/>
          </p15:clr>
        </p15:guide>
        <p15:guide id="11" pos="3840" userDrawn="1">
          <p15:clr>
            <a:srgbClr val="F26B43"/>
          </p15:clr>
        </p15:guide>
        <p15:guide id="13" pos="2040" userDrawn="1">
          <p15:clr>
            <a:srgbClr val="F26B43"/>
          </p15:clr>
        </p15:guide>
        <p15:guide id="14" pos="7440" userDrawn="1">
          <p15:clr>
            <a:srgbClr val="F26B43"/>
          </p15:clr>
        </p15:guide>
        <p15:guide id="16" orient="horz" pos="240" userDrawn="1">
          <p15:clr>
            <a:srgbClr val="F26B43"/>
          </p15:clr>
        </p15:guide>
        <p15:guide id="17" orient="horz" pos="4104" userDrawn="1">
          <p15:clr>
            <a:srgbClr val="F26B43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81000" y="381001"/>
            <a:ext cx="11430000" cy="1295401"/>
          </a:xfrm>
          <a:prstGeom prst="rect">
            <a:avLst/>
          </a:prstGeom>
        </p:spPr>
        <p:txBody>
          <a:bodyPr vert="horz" lIns="0" tIns="45720" rIns="0" bIns="0" rtlCol="0" anchor="t" anchorCtr="0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1000" y="1828800"/>
            <a:ext cx="11430000" cy="4690206"/>
          </a:xfrm>
          <a:prstGeom prst="rect">
            <a:avLst/>
          </a:prstGeom>
        </p:spPr>
        <p:txBody>
          <a:bodyPr vert="horz" lIns="0" tIns="91440" rIns="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81002" y="6519009"/>
            <a:ext cx="5714999" cy="206375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l">
              <a:defRPr sz="1000">
                <a:solidFill>
                  <a:schemeClr val="bg1">
                    <a:lumMod val="65000"/>
                  </a:schemeClr>
                </a:solidFill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506202" y="6519009"/>
            <a:ext cx="304799" cy="206375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1000">
                <a:solidFill>
                  <a:schemeClr val="bg1">
                    <a:lumMod val="65000"/>
                  </a:schemeClr>
                </a:solidFill>
                <a:latin typeface="+mn-lt"/>
              </a:defRPr>
            </a:lvl1pPr>
          </a:lstStyle>
          <a:p>
            <a:fld id="{4F9AC08D-23A9-440E-BCB9-AA1E9877CC3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990686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9" r:id="rId1"/>
    <p:sldLayoutId id="2147483707" r:id="rId2"/>
    <p:sldLayoutId id="2147483715" r:id="rId3"/>
    <p:sldLayoutId id="2147483716" r:id="rId4"/>
    <p:sldLayoutId id="2147483717" r:id="rId5"/>
    <p:sldLayoutId id="2147483718" r:id="rId6"/>
  </p:sldLayoutIdLst>
  <p:hf hdr="0" ftr="0" dt="0"/>
  <p:txStyles>
    <p:titleStyle>
      <a:lvl1pPr marL="0" indent="0" algn="l" defTabSz="914377" rtl="0" eaLnBrk="1" latinLnBrk="0" hangingPunct="1">
        <a:lnSpc>
          <a:spcPct val="70000"/>
        </a:lnSpc>
        <a:spcBef>
          <a:spcPct val="0"/>
        </a:spcBef>
        <a:buNone/>
        <a:defRPr sz="4000" b="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57149" indent="0" algn="l" defTabSz="914377" rtl="0" eaLnBrk="1" latinLnBrk="0" hangingPunct="1">
        <a:lnSpc>
          <a:spcPct val="85000"/>
        </a:lnSpc>
        <a:spcBef>
          <a:spcPts val="0"/>
        </a:spcBef>
        <a:buFont typeface="Arial" panose="020B0604020202020204" pitchFamily="34" charset="0"/>
        <a:buNone/>
        <a:defRPr sz="1800" b="1" kern="1200" cap="all" baseline="0">
          <a:solidFill>
            <a:schemeClr val="tx1"/>
          </a:solidFill>
          <a:latin typeface="+mn-lt"/>
          <a:ea typeface="+mn-ea"/>
          <a:cs typeface="+mn-cs"/>
        </a:defRPr>
      </a:lvl1pPr>
      <a:lvl2pPr marL="57149" indent="0" algn="l" defTabSz="914377" rtl="0" eaLnBrk="1" latinLnBrk="0" hangingPunct="1">
        <a:lnSpc>
          <a:spcPct val="90000"/>
        </a:lnSpc>
        <a:spcBef>
          <a:spcPts val="0"/>
        </a:spcBef>
        <a:spcAft>
          <a:spcPts val="1200"/>
        </a:spcAft>
        <a:buFont typeface="Arial" panose="020B0604020202020204" pitchFamily="34" charset="0"/>
        <a:buNone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57149" indent="0" algn="l" defTabSz="914377" rtl="0" eaLnBrk="1" latinLnBrk="0" hangingPunct="1">
        <a:lnSpc>
          <a:spcPct val="110000"/>
        </a:lnSpc>
        <a:spcBef>
          <a:spcPts val="0"/>
        </a:spcBef>
        <a:spcAft>
          <a:spcPts val="900"/>
        </a:spcAft>
        <a:buFont typeface="Arial" panose="020B0604020202020204" pitchFamily="34" charset="0"/>
        <a:buNone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228594" indent="-169858" algn="l" defTabSz="914377" rtl="0" eaLnBrk="1" latinLnBrk="0" hangingPunct="1">
        <a:lnSpc>
          <a:spcPct val="110000"/>
        </a:lnSpc>
        <a:spcBef>
          <a:spcPts val="0"/>
        </a:spcBef>
        <a:spcAft>
          <a:spcPts val="0"/>
        </a:spcAft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400041" indent="-177796" algn="l" defTabSz="914377" rtl="0" eaLnBrk="1" latinLnBrk="0" hangingPunct="1">
        <a:lnSpc>
          <a:spcPct val="110000"/>
        </a:lnSpc>
        <a:spcBef>
          <a:spcPts val="0"/>
        </a:spcBef>
        <a:spcAft>
          <a:spcPts val="0"/>
        </a:spcAft>
        <a:buFont typeface="Graphik" panose="020B0503030202060203" pitchFamily="34" charset="0"/>
        <a:buChar char="–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571486" indent="-17303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55561" indent="0" algn="l" defTabSz="914377" rtl="0" eaLnBrk="1" latinLnBrk="0" hangingPunct="1">
        <a:lnSpc>
          <a:spcPct val="90000"/>
        </a:lnSpc>
        <a:spcBef>
          <a:spcPts val="800"/>
        </a:spcBef>
        <a:buFont typeface="Arial" panose="020B0604020202020204" pitchFamily="34" charset="0"/>
        <a:buNone/>
        <a:defRPr sz="1200" b="1" kern="1200" cap="all" baseline="0">
          <a:solidFill>
            <a:schemeClr val="tx1"/>
          </a:solidFill>
          <a:latin typeface="+mn-lt"/>
          <a:ea typeface="+mn-ea"/>
          <a:cs typeface="+mn-cs"/>
        </a:defRPr>
      </a:lvl7pPr>
      <a:lvl8pPr marL="55561" indent="0" algn="l" defTabSz="914377" rtl="0" eaLnBrk="1" latinLnBrk="0" hangingPunct="1">
        <a:lnSpc>
          <a:spcPct val="100000"/>
        </a:lnSpc>
        <a:spcBef>
          <a:spcPts val="0"/>
        </a:spcBef>
        <a:spcAft>
          <a:spcPts val="800"/>
        </a:spcAft>
        <a:buFont typeface="Arial" panose="020B0604020202020204" pitchFamily="34" charset="0"/>
        <a:buNone/>
        <a:defRPr sz="1800" b="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55561" indent="0" algn="l" defTabSz="914377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Arial" panose="020B0604020202020204" pitchFamily="34" charset="0"/>
        <a:buNone/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248" userDrawn="1">
          <p15:clr>
            <a:srgbClr val="F26B43"/>
          </p15:clr>
        </p15:guide>
        <p15:guide id="2" pos="5640" userDrawn="1">
          <p15:clr>
            <a:srgbClr val="F26B43"/>
          </p15:clr>
        </p15:guide>
        <p15:guide id="4" userDrawn="1">
          <p15:clr>
            <a:srgbClr val="F26B43"/>
          </p15:clr>
        </p15:guide>
        <p15:guide id="5" orient="horz" pos="240" userDrawn="1">
          <p15:clr>
            <a:srgbClr val="F26B43"/>
          </p15:clr>
        </p15:guide>
        <p15:guide id="6" orient="horz" userDrawn="1">
          <p15:clr>
            <a:srgbClr val="F26B43"/>
          </p15:clr>
        </p15:guide>
        <p15:guide id="7" pos="7680" userDrawn="1">
          <p15:clr>
            <a:srgbClr val="F26B43"/>
          </p15:clr>
        </p15:guide>
        <p15:guide id="9" pos="240" userDrawn="1">
          <p15:clr>
            <a:srgbClr val="F26B43"/>
          </p15:clr>
        </p15:guide>
        <p15:guide id="10" orient="horz" pos="4224" userDrawn="1">
          <p15:clr>
            <a:srgbClr val="F26B43"/>
          </p15:clr>
        </p15:guide>
        <p15:guide id="11" pos="3840" userDrawn="1">
          <p15:clr>
            <a:srgbClr val="F26B43"/>
          </p15:clr>
        </p15:guide>
        <p15:guide id="13" pos="2040" userDrawn="1">
          <p15:clr>
            <a:srgbClr val="F26B43"/>
          </p15:clr>
        </p15:guide>
        <p15:guide id="14" orient="horz" pos="2232" userDrawn="1">
          <p15:clr>
            <a:srgbClr val="F26B43"/>
          </p15:clr>
        </p15:guide>
        <p15:guide id="15" pos="7440" userDrawn="1">
          <p15:clr>
            <a:srgbClr val="F26B43"/>
          </p15:clr>
        </p15:guide>
        <p15:guide id="16" orient="horz" pos="4104" userDrawn="1">
          <p15:clr>
            <a:srgbClr val="F26B43"/>
          </p15:clr>
        </p15:guide>
        <p15:guide id="17" orient="horz" pos="32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emf"/><Relationship Id="rId1" Type="http://schemas.openxmlformats.org/officeDocument/2006/relationships/slideLayout" Target="../slideLayouts/slideLayout1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emf"/><Relationship Id="rId1" Type="http://schemas.openxmlformats.org/officeDocument/2006/relationships/slideLayout" Target="../slideLayouts/slideLayout1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emf"/><Relationship Id="rId1" Type="http://schemas.openxmlformats.org/officeDocument/2006/relationships/slideLayout" Target="../slideLayouts/slideLayout10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emf"/><Relationship Id="rId1" Type="http://schemas.openxmlformats.org/officeDocument/2006/relationships/slideLayout" Target="../slideLayouts/slideLayout10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emf"/><Relationship Id="rId1" Type="http://schemas.openxmlformats.org/officeDocument/2006/relationships/slideLayout" Target="../slideLayouts/slideLayout10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emf"/><Relationship Id="rId1" Type="http://schemas.openxmlformats.org/officeDocument/2006/relationships/slideLayout" Target="../slideLayouts/slideLayout1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emf"/><Relationship Id="rId1" Type="http://schemas.openxmlformats.org/officeDocument/2006/relationships/slideLayout" Target="../slideLayouts/slideLayout10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8.emf"/><Relationship Id="rId1" Type="http://schemas.openxmlformats.org/officeDocument/2006/relationships/slideLayout" Target="../slideLayouts/slideLayout1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emf"/><Relationship Id="rId1" Type="http://schemas.openxmlformats.org/officeDocument/2006/relationships/slideLayout" Target="../slideLayouts/slideLayout10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image" Target="../media/image8.emf"/><Relationship Id="rId1" Type="http://schemas.openxmlformats.org/officeDocument/2006/relationships/slideLayout" Target="../slideLayouts/slideLayout10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8.emf"/><Relationship Id="rId1" Type="http://schemas.openxmlformats.org/officeDocument/2006/relationships/slideLayout" Target="../slideLayouts/slideLayout10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8.emf"/><Relationship Id="rId1" Type="http://schemas.openxmlformats.org/officeDocument/2006/relationships/slideLayout" Target="../slideLayouts/slideLayout10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8.emf"/><Relationship Id="rId1" Type="http://schemas.openxmlformats.org/officeDocument/2006/relationships/slideLayout" Target="../slideLayouts/slideLayout10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8.emf"/><Relationship Id="rId1" Type="http://schemas.openxmlformats.org/officeDocument/2006/relationships/slideLayout" Target="../slideLayouts/slideLayout1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emf"/><Relationship Id="rId1" Type="http://schemas.openxmlformats.org/officeDocument/2006/relationships/slideLayout" Target="../slideLayouts/slideLayout10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8.emf"/><Relationship Id="rId1" Type="http://schemas.openxmlformats.org/officeDocument/2006/relationships/slideLayout" Target="../slideLayouts/slideLayout10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emf"/><Relationship Id="rId1" Type="http://schemas.openxmlformats.org/officeDocument/2006/relationships/slideLayout" Target="../slideLayouts/slideLayout10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8.emf"/><Relationship Id="rId1" Type="http://schemas.openxmlformats.org/officeDocument/2006/relationships/slideLayout" Target="../slideLayouts/slideLayout10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8.emf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18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8.emf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20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8.emf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22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8.emf"/><Relationship Id="rId1" Type="http://schemas.openxmlformats.org/officeDocument/2006/relationships/slideLayout" Target="../slideLayouts/slideLayout10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8.emf"/><Relationship Id="rId1" Type="http://schemas.openxmlformats.org/officeDocument/2006/relationships/slideLayout" Target="../slideLayouts/slideLayout10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emf"/><Relationship Id="rId1" Type="http://schemas.openxmlformats.org/officeDocument/2006/relationships/slideLayout" Target="../slideLayouts/slideLayout10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8.emf"/><Relationship Id="rId1" Type="http://schemas.openxmlformats.org/officeDocument/2006/relationships/slideLayout" Target="../slideLayouts/slideLayout10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8.emf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27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8.emf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29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hyperlink" Target="http://www.microfocus.com/loadrunner" TargetMode="External"/><Relationship Id="rId2" Type="http://schemas.openxmlformats.org/officeDocument/2006/relationships/image" Target="../media/image8.emf"/><Relationship Id="rId1" Type="http://schemas.openxmlformats.org/officeDocument/2006/relationships/slideLayout" Target="../slideLayouts/slideLayout10.xml"/><Relationship Id="rId5" Type="http://schemas.openxmlformats.org/officeDocument/2006/relationships/hyperlink" Target="https://community.microfocus.com/" TargetMode="External"/><Relationship Id="rId4" Type="http://schemas.openxmlformats.org/officeDocument/2006/relationships/hyperlink" Target="http://www.microfocus.com/performancecenter" TargetMode="Externa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8.emf"/><Relationship Id="rId1" Type="http://schemas.openxmlformats.org/officeDocument/2006/relationships/slideLayout" Target="../slideLayouts/slideLayout11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399" y="1024174"/>
            <a:ext cx="8783783" cy="5265790"/>
          </a:xfrm>
        </p:spPr>
        <p:txBody>
          <a:bodyPr anchor="ctr"/>
          <a:lstStyle/>
          <a:p>
            <a:r>
              <a:rPr lang="en-US" b="1" cap="none" dirty="0">
                <a:solidFill>
                  <a:schemeClr val="accent1">
                    <a:lumMod val="60000"/>
                    <a:lumOff val="40000"/>
                  </a:schemeClr>
                </a:solidFill>
                <a:latin typeface="Expert Sans Regular" pitchFamily="34" charset="0"/>
                <a:sym typeface="Arial"/>
              </a:rPr>
              <a:t>LoadRunner &amp;</a:t>
            </a:r>
            <a:br>
              <a:rPr lang="en-US" b="1" cap="none" dirty="0">
                <a:solidFill>
                  <a:schemeClr val="accent1">
                    <a:lumMod val="60000"/>
                    <a:lumOff val="40000"/>
                  </a:schemeClr>
                </a:solidFill>
                <a:latin typeface="Expert Sans Regular" pitchFamily="34" charset="0"/>
                <a:sym typeface="Arial"/>
              </a:rPr>
            </a:br>
            <a:r>
              <a:rPr lang="en-US" b="1" cap="none" dirty="0">
                <a:solidFill>
                  <a:schemeClr val="accent1">
                    <a:lumMod val="60000"/>
                    <a:lumOff val="40000"/>
                  </a:schemeClr>
                </a:solidFill>
                <a:latin typeface="Expert Sans Regular" pitchFamily="34" charset="0"/>
                <a:sym typeface="Arial"/>
              </a:rPr>
              <a:t>		</a:t>
            </a:r>
            <a:br>
              <a:rPr lang="en-US" b="1" cap="none" dirty="0">
                <a:solidFill>
                  <a:schemeClr val="accent1">
                    <a:lumMod val="60000"/>
                    <a:lumOff val="40000"/>
                  </a:schemeClr>
                </a:solidFill>
                <a:latin typeface="Expert Sans Regular" pitchFamily="34" charset="0"/>
                <a:sym typeface="Arial"/>
              </a:rPr>
            </a:br>
            <a:r>
              <a:rPr lang="en-US" b="1" cap="none" dirty="0">
                <a:solidFill>
                  <a:schemeClr val="accent1">
                    <a:lumMod val="60000"/>
                    <a:lumOff val="40000"/>
                  </a:schemeClr>
                </a:solidFill>
                <a:latin typeface="Expert Sans Regular" pitchFamily="34" charset="0"/>
                <a:sym typeface="Arial"/>
              </a:rPr>
              <a:t>Performance Center </a:t>
            </a:r>
            <a:br>
              <a:rPr lang="en-US" b="1" cap="none" dirty="0">
                <a:solidFill>
                  <a:schemeClr val="accent1">
                    <a:lumMod val="60000"/>
                    <a:lumOff val="40000"/>
                  </a:schemeClr>
                </a:solidFill>
                <a:latin typeface="Expert Sans Regular" pitchFamily="34" charset="0"/>
                <a:sym typeface="Arial"/>
              </a:rPr>
            </a:br>
            <a:br>
              <a:rPr lang="en-US" b="1" cap="none" dirty="0">
                <a:solidFill>
                  <a:schemeClr val="accent1">
                    <a:lumMod val="60000"/>
                    <a:lumOff val="40000"/>
                  </a:schemeClr>
                </a:solidFill>
                <a:latin typeface="Expert Sans Regular" pitchFamily="34" charset="0"/>
                <a:sym typeface="Arial"/>
              </a:rPr>
            </a:br>
            <a:r>
              <a:rPr lang="en-US" b="1" cap="none" dirty="0">
                <a:solidFill>
                  <a:schemeClr val="accent1">
                    <a:lumMod val="60000"/>
                    <a:lumOff val="40000"/>
                  </a:schemeClr>
                </a:solidFill>
                <a:latin typeface="Expert Sans Regular" pitchFamily="34" charset="0"/>
                <a:sym typeface="Arial"/>
              </a:rPr>
              <a:t>Overview</a:t>
            </a:r>
            <a:br>
              <a:rPr lang="en-US" b="1" dirty="0">
                <a:solidFill>
                  <a:schemeClr val="accent3"/>
                </a:solidFill>
                <a:latin typeface="Expert Sans Regular" pitchFamily="34" charset="0"/>
                <a:sym typeface="Arial"/>
              </a:rPr>
            </a:br>
            <a:endParaRPr lang="en-US" b="1" dirty="0">
              <a:solidFill>
                <a:schemeClr val="accent3"/>
              </a:solidFill>
              <a:latin typeface="Expert Sans Regular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0658797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F3605E5D-5A00-41EE-A1CD-803DF3F0A167}"/>
              </a:ext>
            </a:extLst>
          </p:cNvPr>
          <p:cNvGrpSpPr>
            <a:grpSpLocks noChangeAspect="1"/>
          </p:cNvGrpSpPr>
          <p:nvPr/>
        </p:nvGrpSpPr>
        <p:grpSpPr>
          <a:xfrm>
            <a:off x="9826702" y="5979230"/>
            <a:ext cx="2185416" cy="586592"/>
            <a:chOff x="9563100" y="1673029"/>
            <a:chExt cx="1389888" cy="373063"/>
          </a:xfrm>
        </p:grpSpPr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1FDAAE20-8701-4F6F-B157-65F7FC179F5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563100" y="1825994"/>
              <a:ext cx="1389888" cy="220098"/>
            </a:xfrm>
            <a:prstGeom prst="rect">
              <a:avLst/>
            </a:prstGeom>
          </p:spPr>
        </p:pic>
        <p:sp>
          <p:nvSpPr>
            <p:cNvPr id="4" name="Freeform 5">
              <a:extLst>
                <a:ext uri="{FF2B5EF4-FFF2-40B4-BE49-F238E27FC236}">
                  <a16:creationId xmlns:a16="http://schemas.microsoft.com/office/drawing/2014/main" id="{360132F0-E742-436A-BC62-747967D00187}"/>
                </a:ext>
              </a:extLst>
            </p:cNvPr>
            <p:cNvSpPr>
              <a:spLocks/>
            </p:cNvSpPr>
            <p:nvPr/>
          </p:nvSpPr>
          <p:spPr bwMode="auto">
            <a:xfrm>
              <a:off x="10373550" y="1673029"/>
              <a:ext cx="136525" cy="147638"/>
            </a:xfrm>
            <a:custGeom>
              <a:avLst/>
              <a:gdLst>
                <a:gd name="T0" fmla="*/ 0 w 86"/>
                <a:gd name="T1" fmla="*/ 66 h 93"/>
                <a:gd name="T2" fmla="*/ 50 w 86"/>
                <a:gd name="T3" fmla="*/ 47 h 93"/>
                <a:gd name="T4" fmla="*/ 0 w 86"/>
                <a:gd name="T5" fmla="*/ 27 h 93"/>
                <a:gd name="T6" fmla="*/ 0 w 86"/>
                <a:gd name="T7" fmla="*/ 0 h 93"/>
                <a:gd name="T8" fmla="*/ 86 w 86"/>
                <a:gd name="T9" fmla="*/ 35 h 93"/>
                <a:gd name="T10" fmla="*/ 86 w 86"/>
                <a:gd name="T11" fmla="*/ 57 h 93"/>
                <a:gd name="T12" fmla="*/ 0 w 86"/>
                <a:gd name="T13" fmla="*/ 93 h 93"/>
                <a:gd name="T14" fmla="*/ 0 w 86"/>
                <a:gd name="T15" fmla="*/ 66 h 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86" h="93">
                  <a:moveTo>
                    <a:pt x="0" y="66"/>
                  </a:moveTo>
                  <a:lnTo>
                    <a:pt x="50" y="47"/>
                  </a:lnTo>
                  <a:lnTo>
                    <a:pt x="0" y="27"/>
                  </a:lnTo>
                  <a:lnTo>
                    <a:pt x="0" y="0"/>
                  </a:lnTo>
                  <a:lnTo>
                    <a:pt x="86" y="35"/>
                  </a:lnTo>
                  <a:lnTo>
                    <a:pt x="86" y="57"/>
                  </a:lnTo>
                  <a:lnTo>
                    <a:pt x="0" y="93"/>
                  </a:lnTo>
                  <a:lnTo>
                    <a:pt x="0" y="66"/>
                  </a:lnTo>
                  <a:close/>
                </a:path>
              </a:pathLst>
            </a:custGeom>
            <a:solidFill>
              <a:srgbClr val="7900BF"/>
            </a:solidFill>
            <a:ln w="9525">
              <a:solidFill>
                <a:srgbClr val="7900BF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FF00"/>
                </a:solidFill>
                <a:effectLst/>
                <a:uLnTx/>
                <a:uFillTx/>
              </a:endParaRPr>
            </a:p>
          </p:txBody>
        </p:sp>
      </p:grpSp>
      <p:sp>
        <p:nvSpPr>
          <p:cNvPr id="5" name="Title 4">
            <a:extLst>
              <a:ext uri="{FF2B5EF4-FFF2-40B4-BE49-F238E27FC236}">
                <a16:creationId xmlns:a16="http://schemas.microsoft.com/office/drawing/2014/main" id="{3C5B04AC-E915-42FD-A6F5-ED1F5CD0DE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380999"/>
            <a:ext cx="11430000" cy="542637"/>
          </a:xfrm>
        </p:spPr>
        <p:txBody>
          <a:bodyPr/>
          <a:lstStyle/>
          <a:p>
            <a:r>
              <a:rPr lang="en-US" sz="3600" cap="none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Agenda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A877A23-02F4-4D10-94C9-C5C52599DAED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654270" y="1150576"/>
            <a:ext cx="5294586" cy="3579079"/>
          </a:xfrm>
        </p:spPr>
        <p:txBody>
          <a:bodyPr>
            <a:noAutofit/>
          </a:bodyPr>
          <a:lstStyle/>
          <a:p>
            <a:r>
              <a:rPr lang="en-US" sz="1800" dirty="0"/>
              <a:t>LoadRunner </a:t>
            </a:r>
          </a:p>
          <a:p>
            <a:pPr marL="512761" indent="-457200">
              <a:buFont typeface="Arial" pitchFamily="34" charset="0"/>
              <a:buChar char="•"/>
            </a:pPr>
            <a:r>
              <a:rPr lang="en-US" sz="1800" b="0" dirty="0"/>
              <a:t>Overview</a:t>
            </a:r>
          </a:p>
          <a:p>
            <a:pPr marL="512761" indent="-457200">
              <a:buFont typeface="Arial" pitchFamily="34" charset="0"/>
              <a:buChar char="•"/>
            </a:pPr>
            <a:r>
              <a:rPr lang="en-US" sz="1800" b="0" dirty="0"/>
              <a:t>Components &amp; Architecture </a:t>
            </a:r>
          </a:p>
          <a:p>
            <a:pPr marL="512761" indent="-457200">
              <a:buFont typeface="Arial" pitchFamily="34" charset="0"/>
              <a:buChar char="•"/>
            </a:pPr>
            <a:r>
              <a:rPr lang="en-US" sz="1800" b="0" dirty="0"/>
              <a:t>Virtual User Generator – Basic Features </a:t>
            </a:r>
          </a:p>
          <a:p>
            <a:pPr marL="512761" indent="-457200">
              <a:buFont typeface="Arial" pitchFamily="34" charset="0"/>
              <a:buChar char="•"/>
            </a:pPr>
            <a:r>
              <a:rPr lang="en-US" sz="1800" b="0" dirty="0"/>
              <a:t>Controller &amp; Analysis – Basic Features</a:t>
            </a:r>
          </a:p>
          <a:p>
            <a:pPr marL="512761" indent="-457200">
              <a:buFont typeface="Arial" pitchFamily="34" charset="0"/>
              <a:buChar char="•"/>
            </a:pPr>
            <a:r>
              <a:rPr lang="en-US" sz="1800" b="0" dirty="0"/>
              <a:t>Integration &amp; Other Facilities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7BF781D-B935-45B5-8976-21EE6DFCB7B1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4F9AC08D-23A9-440E-BCB9-AA1E9877CC38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2351640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F3605E5D-5A00-41EE-A1CD-803DF3F0A167}"/>
              </a:ext>
            </a:extLst>
          </p:cNvPr>
          <p:cNvGrpSpPr>
            <a:grpSpLocks noChangeAspect="1"/>
          </p:cNvGrpSpPr>
          <p:nvPr/>
        </p:nvGrpSpPr>
        <p:grpSpPr>
          <a:xfrm>
            <a:off x="9826702" y="5979230"/>
            <a:ext cx="2185416" cy="586592"/>
            <a:chOff x="9563100" y="1673029"/>
            <a:chExt cx="1389888" cy="373063"/>
          </a:xfrm>
        </p:grpSpPr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1FDAAE20-8701-4F6F-B157-65F7FC179F5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563100" y="1825994"/>
              <a:ext cx="1389888" cy="220098"/>
            </a:xfrm>
            <a:prstGeom prst="rect">
              <a:avLst/>
            </a:prstGeom>
          </p:spPr>
        </p:pic>
        <p:sp>
          <p:nvSpPr>
            <p:cNvPr id="4" name="Freeform 5">
              <a:extLst>
                <a:ext uri="{FF2B5EF4-FFF2-40B4-BE49-F238E27FC236}">
                  <a16:creationId xmlns:a16="http://schemas.microsoft.com/office/drawing/2014/main" id="{360132F0-E742-436A-BC62-747967D00187}"/>
                </a:ext>
              </a:extLst>
            </p:cNvPr>
            <p:cNvSpPr>
              <a:spLocks/>
            </p:cNvSpPr>
            <p:nvPr/>
          </p:nvSpPr>
          <p:spPr bwMode="auto">
            <a:xfrm>
              <a:off x="10373550" y="1673029"/>
              <a:ext cx="136525" cy="147638"/>
            </a:xfrm>
            <a:custGeom>
              <a:avLst/>
              <a:gdLst>
                <a:gd name="T0" fmla="*/ 0 w 86"/>
                <a:gd name="T1" fmla="*/ 66 h 93"/>
                <a:gd name="T2" fmla="*/ 50 w 86"/>
                <a:gd name="T3" fmla="*/ 47 h 93"/>
                <a:gd name="T4" fmla="*/ 0 w 86"/>
                <a:gd name="T5" fmla="*/ 27 h 93"/>
                <a:gd name="T6" fmla="*/ 0 w 86"/>
                <a:gd name="T7" fmla="*/ 0 h 93"/>
                <a:gd name="T8" fmla="*/ 86 w 86"/>
                <a:gd name="T9" fmla="*/ 35 h 93"/>
                <a:gd name="T10" fmla="*/ 86 w 86"/>
                <a:gd name="T11" fmla="*/ 57 h 93"/>
                <a:gd name="T12" fmla="*/ 0 w 86"/>
                <a:gd name="T13" fmla="*/ 93 h 93"/>
                <a:gd name="T14" fmla="*/ 0 w 86"/>
                <a:gd name="T15" fmla="*/ 66 h 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86" h="93">
                  <a:moveTo>
                    <a:pt x="0" y="66"/>
                  </a:moveTo>
                  <a:lnTo>
                    <a:pt x="50" y="47"/>
                  </a:lnTo>
                  <a:lnTo>
                    <a:pt x="0" y="27"/>
                  </a:lnTo>
                  <a:lnTo>
                    <a:pt x="0" y="0"/>
                  </a:lnTo>
                  <a:lnTo>
                    <a:pt x="86" y="35"/>
                  </a:lnTo>
                  <a:lnTo>
                    <a:pt x="86" y="57"/>
                  </a:lnTo>
                  <a:lnTo>
                    <a:pt x="0" y="93"/>
                  </a:lnTo>
                  <a:lnTo>
                    <a:pt x="0" y="66"/>
                  </a:lnTo>
                  <a:close/>
                </a:path>
              </a:pathLst>
            </a:custGeom>
            <a:solidFill>
              <a:srgbClr val="7900BF"/>
            </a:solidFill>
            <a:ln w="9525">
              <a:solidFill>
                <a:srgbClr val="7900BF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FF00"/>
                </a:solidFill>
                <a:effectLst/>
                <a:uLnTx/>
                <a:uFillTx/>
              </a:endParaRPr>
            </a:p>
          </p:txBody>
        </p:sp>
      </p:grpSp>
      <p:sp>
        <p:nvSpPr>
          <p:cNvPr id="5" name="Title 4">
            <a:extLst>
              <a:ext uri="{FF2B5EF4-FFF2-40B4-BE49-F238E27FC236}">
                <a16:creationId xmlns:a16="http://schemas.microsoft.com/office/drawing/2014/main" id="{3C5B04AC-E915-42FD-A6F5-ED1F5CD0DE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54872" y="2966544"/>
            <a:ext cx="6482255" cy="542637"/>
          </a:xfrm>
        </p:spPr>
        <p:txBody>
          <a:bodyPr>
            <a:normAutofit/>
          </a:bodyPr>
          <a:lstStyle/>
          <a:p>
            <a:r>
              <a:rPr lang="en-US" cap="none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LoadRunner - Overview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7BF781D-B935-45B5-8976-21EE6DFCB7B1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4F9AC08D-23A9-440E-BCB9-AA1E9877CC38}" type="slidenum">
              <a:rPr lang="en-US" smtClean="0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729565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F3605E5D-5A00-41EE-A1CD-803DF3F0A167}"/>
              </a:ext>
            </a:extLst>
          </p:cNvPr>
          <p:cNvGrpSpPr>
            <a:grpSpLocks noChangeAspect="1"/>
          </p:cNvGrpSpPr>
          <p:nvPr/>
        </p:nvGrpSpPr>
        <p:grpSpPr>
          <a:xfrm>
            <a:off x="9826702" y="5979230"/>
            <a:ext cx="2185416" cy="586592"/>
            <a:chOff x="9563100" y="1673029"/>
            <a:chExt cx="1389888" cy="373063"/>
          </a:xfrm>
        </p:grpSpPr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1FDAAE20-8701-4F6F-B157-65F7FC179F5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563100" y="1825994"/>
              <a:ext cx="1389888" cy="220098"/>
            </a:xfrm>
            <a:prstGeom prst="rect">
              <a:avLst/>
            </a:prstGeom>
          </p:spPr>
        </p:pic>
        <p:sp>
          <p:nvSpPr>
            <p:cNvPr id="4" name="Freeform 5">
              <a:extLst>
                <a:ext uri="{FF2B5EF4-FFF2-40B4-BE49-F238E27FC236}">
                  <a16:creationId xmlns:a16="http://schemas.microsoft.com/office/drawing/2014/main" id="{360132F0-E742-436A-BC62-747967D00187}"/>
                </a:ext>
              </a:extLst>
            </p:cNvPr>
            <p:cNvSpPr>
              <a:spLocks/>
            </p:cNvSpPr>
            <p:nvPr/>
          </p:nvSpPr>
          <p:spPr bwMode="auto">
            <a:xfrm>
              <a:off x="10373550" y="1673029"/>
              <a:ext cx="136525" cy="147638"/>
            </a:xfrm>
            <a:custGeom>
              <a:avLst/>
              <a:gdLst>
                <a:gd name="T0" fmla="*/ 0 w 86"/>
                <a:gd name="T1" fmla="*/ 66 h 93"/>
                <a:gd name="T2" fmla="*/ 50 w 86"/>
                <a:gd name="T3" fmla="*/ 47 h 93"/>
                <a:gd name="T4" fmla="*/ 0 w 86"/>
                <a:gd name="T5" fmla="*/ 27 h 93"/>
                <a:gd name="T6" fmla="*/ 0 w 86"/>
                <a:gd name="T7" fmla="*/ 0 h 93"/>
                <a:gd name="T8" fmla="*/ 86 w 86"/>
                <a:gd name="T9" fmla="*/ 35 h 93"/>
                <a:gd name="T10" fmla="*/ 86 w 86"/>
                <a:gd name="T11" fmla="*/ 57 h 93"/>
                <a:gd name="T12" fmla="*/ 0 w 86"/>
                <a:gd name="T13" fmla="*/ 93 h 93"/>
                <a:gd name="T14" fmla="*/ 0 w 86"/>
                <a:gd name="T15" fmla="*/ 66 h 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86" h="93">
                  <a:moveTo>
                    <a:pt x="0" y="66"/>
                  </a:moveTo>
                  <a:lnTo>
                    <a:pt x="50" y="47"/>
                  </a:lnTo>
                  <a:lnTo>
                    <a:pt x="0" y="27"/>
                  </a:lnTo>
                  <a:lnTo>
                    <a:pt x="0" y="0"/>
                  </a:lnTo>
                  <a:lnTo>
                    <a:pt x="86" y="35"/>
                  </a:lnTo>
                  <a:lnTo>
                    <a:pt x="86" y="57"/>
                  </a:lnTo>
                  <a:lnTo>
                    <a:pt x="0" y="93"/>
                  </a:lnTo>
                  <a:lnTo>
                    <a:pt x="0" y="66"/>
                  </a:lnTo>
                  <a:close/>
                </a:path>
              </a:pathLst>
            </a:custGeom>
            <a:solidFill>
              <a:srgbClr val="7900BF"/>
            </a:solidFill>
            <a:ln w="9525">
              <a:solidFill>
                <a:srgbClr val="7900BF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FF00"/>
                </a:solidFill>
                <a:effectLst/>
                <a:uLnTx/>
                <a:uFillTx/>
              </a:endParaRPr>
            </a:p>
          </p:txBody>
        </p:sp>
      </p:grpSp>
      <p:sp>
        <p:nvSpPr>
          <p:cNvPr id="5" name="Title 4">
            <a:extLst>
              <a:ext uri="{FF2B5EF4-FFF2-40B4-BE49-F238E27FC236}">
                <a16:creationId xmlns:a16="http://schemas.microsoft.com/office/drawing/2014/main" id="{F684E18E-E26D-4027-8B99-DD9948E7A8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381000"/>
            <a:ext cx="11430000" cy="450274"/>
          </a:xfrm>
        </p:spPr>
        <p:txBody>
          <a:bodyPr>
            <a:normAutofit fontScale="90000"/>
          </a:bodyPr>
          <a:lstStyle/>
          <a:p>
            <a:r>
              <a:rPr lang="en-US" sz="3600" cap="none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LoadRunner Overview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400D49D-B371-4693-9912-63BD6D84CE40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/>
        <p:txBody>
          <a:bodyPr/>
          <a:lstStyle/>
          <a:p>
            <a:fld id="{4F9AC08D-23A9-440E-BCB9-AA1E9877CC38}" type="slidenum">
              <a:rPr lang="en-US" smtClean="0"/>
              <a:pPr/>
              <a:t>4</a:t>
            </a:fld>
            <a:endParaRPr lang="en-US" dirty="0"/>
          </a:p>
        </p:txBody>
      </p:sp>
      <p:sp>
        <p:nvSpPr>
          <p:cNvPr id="10" name="Content Placeholder 7"/>
          <p:cNvSpPr txBox="1">
            <a:spLocks/>
          </p:cNvSpPr>
          <p:nvPr/>
        </p:nvSpPr>
        <p:spPr>
          <a:xfrm>
            <a:off x="604418" y="993818"/>
            <a:ext cx="10901783" cy="5217553"/>
          </a:xfrm>
          <a:prstGeom prst="rect">
            <a:avLst/>
          </a:prstGeom>
        </p:spPr>
        <p:txBody>
          <a:bodyPr vert="horz" lIns="0" tIns="91440" rIns="0" bIns="45720" rtlCol="0">
            <a:noAutofit/>
          </a:bodyPr>
          <a:lstStyle>
            <a:lvl1pPr marL="55561" indent="0" algn="l" defTabSz="914377" rtl="0" eaLnBrk="1" latinLnBrk="0" hangingPunct="1">
              <a:lnSpc>
                <a:spcPct val="85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sz="2800" b="1" kern="1200" cap="none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85744" indent="-230182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14338" indent="-230182" algn="l" defTabSz="914377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Graphik" panose="020B0503030202060203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85783" indent="-171446" algn="l" defTabSz="914377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57229" indent="-177796" algn="l" defTabSz="914377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Graphik" panose="020B0503030202060203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028674" indent="-17303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5561" indent="0" algn="l" defTabSz="914377" rtl="0" eaLnBrk="1" latinLnBrk="0" hangingPunct="1">
              <a:lnSpc>
                <a:spcPct val="90000"/>
              </a:lnSpc>
              <a:spcBef>
                <a:spcPts val="800"/>
              </a:spcBef>
              <a:buFont typeface="Arial" panose="020B0604020202020204" pitchFamily="34" charset="0"/>
              <a:buNone/>
              <a:defRPr sz="1200" b="1" kern="1200" cap="all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7pPr>
            <a:lvl8pPr marL="55561" indent="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5561" indent="0" algn="l" defTabSz="914377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dirty="0"/>
              <a:t>What is LoadRunner?</a:t>
            </a:r>
            <a:br>
              <a:rPr lang="en-US" sz="2000" b="0" dirty="0"/>
            </a:br>
            <a:r>
              <a:rPr lang="en-US" sz="2000" b="0" dirty="0"/>
              <a:t>LoadRunner is a performance testing tool used to measure system behavior and performance under load.</a:t>
            </a:r>
          </a:p>
          <a:p>
            <a:endParaRPr lang="en-US" sz="2000" b="0" dirty="0"/>
          </a:p>
          <a:p>
            <a:r>
              <a:rPr lang="en-US" sz="2000" dirty="0"/>
              <a:t>How does it work?</a:t>
            </a:r>
          </a:p>
          <a:p>
            <a:r>
              <a:rPr lang="en-US" sz="2000" b="0" dirty="0"/>
              <a:t>It simulates the real-world user’s actions and helps to identify the performance of the software application or system by generating virtual load.</a:t>
            </a:r>
          </a:p>
          <a:p>
            <a:endParaRPr lang="en-US" sz="2000" b="0" dirty="0"/>
          </a:p>
          <a:p>
            <a:r>
              <a:rPr lang="en-US" sz="2000" dirty="0"/>
              <a:t>Brief History:</a:t>
            </a:r>
          </a:p>
          <a:p>
            <a:pPr marL="398461" indent="-342900">
              <a:buFont typeface="Wingdings" panose="05000000000000000000" pitchFamily="2" charset="2"/>
              <a:buChar char="v"/>
            </a:pPr>
            <a:r>
              <a:rPr lang="en-US" sz="1800" b="0" dirty="0"/>
              <a:t>1999 – Pioneered by </a:t>
            </a:r>
            <a:r>
              <a:rPr lang="en-US" sz="1800" b="0" i="1" dirty="0"/>
              <a:t>Mercury Interactive Corporation</a:t>
            </a:r>
          </a:p>
          <a:p>
            <a:pPr marL="398461" indent="-342900">
              <a:buFont typeface="Wingdings" panose="05000000000000000000" pitchFamily="2" charset="2"/>
              <a:buChar char="v"/>
            </a:pPr>
            <a:r>
              <a:rPr lang="en-US" sz="1800" b="0" dirty="0"/>
              <a:t>2006 - </a:t>
            </a:r>
            <a:r>
              <a:rPr lang="en-US" sz="1800" b="0" i="1" dirty="0"/>
              <a:t>Hewlett Packard Enterprise</a:t>
            </a:r>
            <a:r>
              <a:rPr lang="en-US" sz="1800" b="0" dirty="0"/>
              <a:t> acquired LoadRunner, renamed HPE LoadRunner</a:t>
            </a:r>
          </a:p>
          <a:p>
            <a:pPr marL="398461" indent="-342900">
              <a:buFont typeface="Wingdings" panose="05000000000000000000" pitchFamily="2" charset="2"/>
              <a:buChar char="v"/>
            </a:pPr>
            <a:r>
              <a:rPr lang="en-US" sz="1800" b="0" dirty="0"/>
              <a:t>2015 – Notable enhancements including Chrome </a:t>
            </a:r>
            <a:r>
              <a:rPr lang="en-US" sz="1800" b="0" dirty="0" err="1"/>
              <a:t>TruClient</a:t>
            </a:r>
            <a:r>
              <a:rPr lang="en-US" sz="1800" b="0" dirty="0"/>
              <a:t> support added, JavaScript as scripting language, generating script from HAR files etc.</a:t>
            </a:r>
          </a:p>
          <a:p>
            <a:pPr marL="398461" indent="-342900">
              <a:buFont typeface="Wingdings" panose="05000000000000000000" pitchFamily="2" charset="2"/>
              <a:buChar char="v"/>
            </a:pPr>
            <a:r>
              <a:rPr lang="en-US" sz="1800" b="0" dirty="0"/>
              <a:t>2016 – </a:t>
            </a:r>
            <a:r>
              <a:rPr lang="en-US" sz="1800" b="0" i="1" dirty="0"/>
              <a:t>Micro Focus</a:t>
            </a:r>
            <a:r>
              <a:rPr lang="en-US" sz="1800" b="0" dirty="0"/>
              <a:t> acquired HPE LoadRunner</a:t>
            </a:r>
            <a:br>
              <a:rPr lang="en-US" sz="1800" b="0" dirty="0"/>
            </a:br>
            <a:endParaRPr lang="en-US" sz="1800" b="0" dirty="0"/>
          </a:p>
          <a:p>
            <a:endParaRPr lang="en-US" sz="2000" b="0" dirty="0"/>
          </a:p>
        </p:txBody>
      </p:sp>
    </p:spTree>
    <p:extLst>
      <p:ext uri="{BB962C8B-B14F-4D97-AF65-F5344CB8AC3E}">
        <p14:creationId xmlns:p14="http://schemas.microsoft.com/office/powerpoint/2010/main" val="314246196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F3605E5D-5A00-41EE-A1CD-803DF3F0A167}"/>
              </a:ext>
            </a:extLst>
          </p:cNvPr>
          <p:cNvGrpSpPr>
            <a:grpSpLocks noChangeAspect="1"/>
          </p:cNvGrpSpPr>
          <p:nvPr/>
        </p:nvGrpSpPr>
        <p:grpSpPr>
          <a:xfrm>
            <a:off x="9826702" y="5979230"/>
            <a:ext cx="2185416" cy="586592"/>
            <a:chOff x="9563100" y="1673029"/>
            <a:chExt cx="1389888" cy="373063"/>
          </a:xfrm>
        </p:grpSpPr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1FDAAE20-8701-4F6F-B157-65F7FC179F5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563100" y="1825994"/>
              <a:ext cx="1389888" cy="220098"/>
            </a:xfrm>
            <a:prstGeom prst="rect">
              <a:avLst/>
            </a:prstGeom>
          </p:spPr>
        </p:pic>
        <p:sp>
          <p:nvSpPr>
            <p:cNvPr id="4" name="Freeform 5">
              <a:extLst>
                <a:ext uri="{FF2B5EF4-FFF2-40B4-BE49-F238E27FC236}">
                  <a16:creationId xmlns:a16="http://schemas.microsoft.com/office/drawing/2014/main" id="{360132F0-E742-436A-BC62-747967D00187}"/>
                </a:ext>
              </a:extLst>
            </p:cNvPr>
            <p:cNvSpPr>
              <a:spLocks/>
            </p:cNvSpPr>
            <p:nvPr/>
          </p:nvSpPr>
          <p:spPr bwMode="auto">
            <a:xfrm>
              <a:off x="10373550" y="1673029"/>
              <a:ext cx="136525" cy="147638"/>
            </a:xfrm>
            <a:custGeom>
              <a:avLst/>
              <a:gdLst>
                <a:gd name="T0" fmla="*/ 0 w 86"/>
                <a:gd name="T1" fmla="*/ 66 h 93"/>
                <a:gd name="T2" fmla="*/ 50 w 86"/>
                <a:gd name="T3" fmla="*/ 47 h 93"/>
                <a:gd name="T4" fmla="*/ 0 w 86"/>
                <a:gd name="T5" fmla="*/ 27 h 93"/>
                <a:gd name="T6" fmla="*/ 0 w 86"/>
                <a:gd name="T7" fmla="*/ 0 h 93"/>
                <a:gd name="T8" fmla="*/ 86 w 86"/>
                <a:gd name="T9" fmla="*/ 35 h 93"/>
                <a:gd name="T10" fmla="*/ 86 w 86"/>
                <a:gd name="T11" fmla="*/ 57 h 93"/>
                <a:gd name="T12" fmla="*/ 0 w 86"/>
                <a:gd name="T13" fmla="*/ 93 h 93"/>
                <a:gd name="T14" fmla="*/ 0 w 86"/>
                <a:gd name="T15" fmla="*/ 66 h 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86" h="93">
                  <a:moveTo>
                    <a:pt x="0" y="66"/>
                  </a:moveTo>
                  <a:lnTo>
                    <a:pt x="50" y="47"/>
                  </a:lnTo>
                  <a:lnTo>
                    <a:pt x="0" y="27"/>
                  </a:lnTo>
                  <a:lnTo>
                    <a:pt x="0" y="0"/>
                  </a:lnTo>
                  <a:lnTo>
                    <a:pt x="86" y="35"/>
                  </a:lnTo>
                  <a:lnTo>
                    <a:pt x="86" y="57"/>
                  </a:lnTo>
                  <a:lnTo>
                    <a:pt x="0" y="93"/>
                  </a:lnTo>
                  <a:lnTo>
                    <a:pt x="0" y="66"/>
                  </a:lnTo>
                  <a:close/>
                </a:path>
              </a:pathLst>
            </a:custGeom>
            <a:solidFill>
              <a:srgbClr val="7900BF"/>
            </a:solidFill>
            <a:ln w="9525">
              <a:solidFill>
                <a:srgbClr val="7900BF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FF00"/>
                </a:solidFill>
                <a:effectLst/>
                <a:uLnTx/>
                <a:uFillTx/>
              </a:endParaRPr>
            </a:p>
          </p:txBody>
        </p:sp>
      </p:grpSp>
      <p:sp>
        <p:nvSpPr>
          <p:cNvPr id="5" name="Title 4">
            <a:extLst>
              <a:ext uri="{FF2B5EF4-FFF2-40B4-BE49-F238E27FC236}">
                <a16:creationId xmlns:a16="http://schemas.microsoft.com/office/drawing/2014/main" id="{F684E18E-E26D-4027-8B99-DD9948E7A8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381000"/>
            <a:ext cx="11430000" cy="450274"/>
          </a:xfrm>
        </p:spPr>
        <p:txBody>
          <a:bodyPr>
            <a:normAutofit fontScale="90000"/>
          </a:bodyPr>
          <a:lstStyle/>
          <a:p>
            <a:r>
              <a:rPr lang="en-US" sz="3600" cap="none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LoadRunner Overview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400D49D-B371-4693-9912-63BD6D84CE40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/>
        <p:txBody>
          <a:bodyPr/>
          <a:lstStyle/>
          <a:p>
            <a:fld id="{4F9AC08D-23A9-440E-BCB9-AA1E9877CC38}" type="slidenum">
              <a:rPr lang="en-US" smtClean="0"/>
              <a:pPr/>
              <a:t>5</a:t>
            </a:fld>
            <a:endParaRPr lang="en-US" dirty="0"/>
          </a:p>
        </p:txBody>
      </p:sp>
      <p:sp>
        <p:nvSpPr>
          <p:cNvPr id="10" name="Content Placeholder 7"/>
          <p:cNvSpPr txBox="1">
            <a:spLocks/>
          </p:cNvSpPr>
          <p:nvPr/>
        </p:nvSpPr>
        <p:spPr>
          <a:xfrm>
            <a:off x="604418" y="993818"/>
            <a:ext cx="10901783" cy="5217553"/>
          </a:xfrm>
          <a:prstGeom prst="rect">
            <a:avLst/>
          </a:prstGeom>
        </p:spPr>
        <p:txBody>
          <a:bodyPr vert="horz" lIns="0" tIns="91440" rIns="0" bIns="45720" rtlCol="0">
            <a:noAutofit/>
          </a:bodyPr>
          <a:lstStyle>
            <a:lvl1pPr marL="55561" indent="0" algn="l" defTabSz="914377" rtl="0" eaLnBrk="1" latinLnBrk="0" hangingPunct="1">
              <a:lnSpc>
                <a:spcPct val="85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sz="2800" b="1" kern="1200" cap="none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85744" indent="-230182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14338" indent="-230182" algn="l" defTabSz="914377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Graphik" panose="020B0503030202060203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85783" indent="-171446" algn="l" defTabSz="914377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57229" indent="-177796" algn="l" defTabSz="914377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Graphik" panose="020B0503030202060203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028674" indent="-17303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5561" indent="0" algn="l" defTabSz="914377" rtl="0" eaLnBrk="1" latinLnBrk="0" hangingPunct="1">
              <a:lnSpc>
                <a:spcPct val="90000"/>
              </a:lnSpc>
              <a:spcBef>
                <a:spcPts val="800"/>
              </a:spcBef>
              <a:buFont typeface="Arial" panose="020B0604020202020204" pitchFamily="34" charset="0"/>
              <a:buNone/>
              <a:defRPr sz="1200" b="1" kern="1200" cap="all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7pPr>
            <a:lvl8pPr marL="55561" indent="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5561" indent="0" algn="l" defTabSz="914377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dirty="0"/>
              <a:t>Why LoadRunner:</a:t>
            </a:r>
          </a:p>
          <a:p>
            <a:pPr marL="398461" indent="-342900">
              <a:buFont typeface="Arial" panose="020B0604020202020204" pitchFamily="34" charset="0"/>
              <a:buChar char="•"/>
            </a:pPr>
            <a:r>
              <a:rPr lang="en-US" sz="2000" b="0" dirty="0"/>
              <a:t>LoadRunner has a simple and interactive user interface</a:t>
            </a:r>
          </a:p>
          <a:p>
            <a:pPr marL="398461" indent="-342900">
              <a:buFont typeface="Arial" panose="020B0604020202020204" pitchFamily="34" charset="0"/>
              <a:buChar char="•"/>
            </a:pPr>
            <a:r>
              <a:rPr lang="en-US" sz="2000" b="0" dirty="0"/>
              <a:t>LoadRunner reduces the requirement of physical testers by replacing real (physical) users with virtual users (</a:t>
            </a:r>
            <a:r>
              <a:rPr lang="en-US" sz="2000" b="0" dirty="0" err="1"/>
              <a:t>Vusers</a:t>
            </a:r>
            <a:r>
              <a:rPr lang="en-US" sz="2000" b="0" dirty="0"/>
              <a:t>)</a:t>
            </a:r>
          </a:p>
          <a:p>
            <a:pPr marL="398461" indent="-342900">
              <a:buFont typeface="Arial" panose="020B0604020202020204" pitchFamily="34" charset="0"/>
              <a:buChar char="•"/>
            </a:pPr>
            <a:r>
              <a:rPr lang="en-US" sz="2000" b="0" dirty="0"/>
              <a:t>Wide variety of protocols available to simulate real world scenarios (Web http/html, Citrix, RTE, RDP, SAP GUI, Ajax </a:t>
            </a:r>
            <a:r>
              <a:rPr lang="en-US" sz="2000" b="0" dirty="0" err="1"/>
              <a:t>TruClient</a:t>
            </a:r>
            <a:r>
              <a:rPr lang="en-US" sz="2000" b="0" dirty="0"/>
              <a:t> etc.)</a:t>
            </a:r>
          </a:p>
          <a:p>
            <a:pPr marL="398461" indent="-342900">
              <a:buFont typeface="Arial" panose="020B0604020202020204" pitchFamily="34" charset="0"/>
              <a:buChar char="•"/>
            </a:pPr>
            <a:r>
              <a:rPr lang="en-US" sz="2000" b="0" dirty="0"/>
              <a:t>Ease of integration with APM tools</a:t>
            </a:r>
          </a:p>
          <a:p>
            <a:pPr marL="398461" indent="-342900">
              <a:buFont typeface="Arial" panose="020B0604020202020204" pitchFamily="34" charset="0"/>
              <a:buChar char="•"/>
            </a:pPr>
            <a:r>
              <a:rPr lang="en-US" sz="2000" b="0" dirty="0"/>
              <a:t>On-premise and cloud options are available</a:t>
            </a:r>
          </a:p>
          <a:p>
            <a:pPr marL="398461" indent="-342900">
              <a:buFont typeface="Arial" panose="020B0604020202020204" pitchFamily="34" charset="0"/>
              <a:buChar char="•"/>
            </a:pPr>
            <a:r>
              <a:rPr lang="en-US" sz="2000" b="0" dirty="0"/>
              <a:t>Easy correlation method (to handle the dynamic values coming from the server). Also, intelligent auto-correlation feature</a:t>
            </a:r>
          </a:p>
          <a:p>
            <a:endParaRPr lang="en-US" sz="2000" b="0" dirty="0"/>
          </a:p>
        </p:txBody>
      </p:sp>
    </p:spTree>
    <p:extLst>
      <p:ext uri="{BB962C8B-B14F-4D97-AF65-F5344CB8AC3E}">
        <p14:creationId xmlns:p14="http://schemas.microsoft.com/office/powerpoint/2010/main" val="145141428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F3605E5D-5A00-41EE-A1CD-803DF3F0A167}"/>
              </a:ext>
            </a:extLst>
          </p:cNvPr>
          <p:cNvGrpSpPr>
            <a:grpSpLocks noChangeAspect="1"/>
          </p:cNvGrpSpPr>
          <p:nvPr/>
        </p:nvGrpSpPr>
        <p:grpSpPr>
          <a:xfrm>
            <a:off x="9826702" y="5979230"/>
            <a:ext cx="2185416" cy="586592"/>
            <a:chOff x="9563100" y="1673029"/>
            <a:chExt cx="1389888" cy="373063"/>
          </a:xfrm>
        </p:grpSpPr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1FDAAE20-8701-4F6F-B157-65F7FC179F5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563100" y="1825994"/>
              <a:ext cx="1389888" cy="220098"/>
            </a:xfrm>
            <a:prstGeom prst="rect">
              <a:avLst/>
            </a:prstGeom>
          </p:spPr>
        </p:pic>
        <p:sp>
          <p:nvSpPr>
            <p:cNvPr id="4" name="Freeform 5">
              <a:extLst>
                <a:ext uri="{FF2B5EF4-FFF2-40B4-BE49-F238E27FC236}">
                  <a16:creationId xmlns:a16="http://schemas.microsoft.com/office/drawing/2014/main" id="{360132F0-E742-436A-BC62-747967D00187}"/>
                </a:ext>
              </a:extLst>
            </p:cNvPr>
            <p:cNvSpPr>
              <a:spLocks/>
            </p:cNvSpPr>
            <p:nvPr/>
          </p:nvSpPr>
          <p:spPr bwMode="auto">
            <a:xfrm>
              <a:off x="10373550" y="1673029"/>
              <a:ext cx="136525" cy="147638"/>
            </a:xfrm>
            <a:custGeom>
              <a:avLst/>
              <a:gdLst>
                <a:gd name="T0" fmla="*/ 0 w 86"/>
                <a:gd name="T1" fmla="*/ 66 h 93"/>
                <a:gd name="T2" fmla="*/ 50 w 86"/>
                <a:gd name="T3" fmla="*/ 47 h 93"/>
                <a:gd name="T4" fmla="*/ 0 w 86"/>
                <a:gd name="T5" fmla="*/ 27 h 93"/>
                <a:gd name="T6" fmla="*/ 0 w 86"/>
                <a:gd name="T7" fmla="*/ 0 h 93"/>
                <a:gd name="T8" fmla="*/ 86 w 86"/>
                <a:gd name="T9" fmla="*/ 35 h 93"/>
                <a:gd name="T10" fmla="*/ 86 w 86"/>
                <a:gd name="T11" fmla="*/ 57 h 93"/>
                <a:gd name="T12" fmla="*/ 0 w 86"/>
                <a:gd name="T13" fmla="*/ 93 h 93"/>
                <a:gd name="T14" fmla="*/ 0 w 86"/>
                <a:gd name="T15" fmla="*/ 66 h 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86" h="93">
                  <a:moveTo>
                    <a:pt x="0" y="66"/>
                  </a:moveTo>
                  <a:lnTo>
                    <a:pt x="50" y="47"/>
                  </a:lnTo>
                  <a:lnTo>
                    <a:pt x="0" y="27"/>
                  </a:lnTo>
                  <a:lnTo>
                    <a:pt x="0" y="0"/>
                  </a:lnTo>
                  <a:lnTo>
                    <a:pt x="86" y="35"/>
                  </a:lnTo>
                  <a:lnTo>
                    <a:pt x="86" y="57"/>
                  </a:lnTo>
                  <a:lnTo>
                    <a:pt x="0" y="93"/>
                  </a:lnTo>
                  <a:lnTo>
                    <a:pt x="0" y="66"/>
                  </a:lnTo>
                  <a:close/>
                </a:path>
              </a:pathLst>
            </a:custGeom>
            <a:solidFill>
              <a:srgbClr val="7900BF"/>
            </a:solidFill>
            <a:ln w="9525">
              <a:solidFill>
                <a:srgbClr val="7900BF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FF00"/>
                </a:solidFill>
                <a:effectLst/>
                <a:uLnTx/>
                <a:uFillTx/>
              </a:endParaRPr>
            </a:p>
          </p:txBody>
        </p:sp>
      </p:grpSp>
      <p:sp>
        <p:nvSpPr>
          <p:cNvPr id="5" name="Title 4">
            <a:extLst>
              <a:ext uri="{FF2B5EF4-FFF2-40B4-BE49-F238E27FC236}">
                <a16:creationId xmlns:a16="http://schemas.microsoft.com/office/drawing/2014/main" id="{F684E18E-E26D-4027-8B99-DD9948E7A8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381000"/>
            <a:ext cx="11430000" cy="450274"/>
          </a:xfrm>
        </p:spPr>
        <p:txBody>
          <a:bodyPr>
            <a:normAutofit fontScale="90000"/>
          </a:bodyPr>
          <a:lstStyle/>
          <a:p>
            <a:r>
              <a:rPr lang="en-US" sz="3600" cap="none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LoadRunner Overview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400D49D-B371-4693-9912-63BD6D84CE40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/>
        <p:txBody>
          <a:bodyPr/>
          <a:lstStyle/>
          <a:p>
            <a:fld id="{4F9AC08D-23A9-440E-BCB9-AA1E9877CC38}" type="slidenum">
              <a:rPr lang="en-US" smtClean="0"/>
              <a:pPr/>
              <a:t>6</a:t>
            </a:fld>
            <a:endParaRPr lang="en-US" dirty="0"/>
          </a:p>
        </p:txBody>
      </p:sp>
      <p:sp>
        <p:nvSpPr>
          <p:cNvPr id="10" name="Content Placeholder 7"/>
          <p:cNvSpPr txBox="1">
            <a:spLocks/>
          </p:cNvSpPr>
          <p:nvPr/>
        </p:nvSpPr>
        <p:spPr>
          <a:xfrm>
            <a:off x="635949" y="1214536"/>
            <a:ext cx="10004342" cy="3735836"/>
          </a:xfrm>
          <a:prstGeom prst="rect">
            <a:avLst/>
          </a:prstGeom>
        </p:spPr>
        <p:txBody>
          <a:bodyPr vert="horz" lIns="0" tIns="91440" rIns="0" bIns="45720" rtlCol="0">
            <a:noAutofit/>
          </a:bodyPr>
          <a:lstStyle>
            <a:lvl1pPr marL="55561" indent="0" algn="l" defTabSz="914377" rtl="0" eaLnBrk="1" latinLnBrk="0" hangingPunct="1">
              <a:lnSpc>
                <a:spcPct val="85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sz="2800" b="1" kern="1200" cap="none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85744" indent="-230182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14338" indent="-230182" algn="l" defTabSz="914377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Graphik" panose="020B0503030202060203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85783" indent="-171446" algn="l" defTabSz="914377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57229" indent="-177796" algn="l" defTabSz="914377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Graphik" panose="020B0503030202060203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028674" indent="-17303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5561" indent="0" algn="l" defTabSz="914377" rtl="0" eaLnBrk="1" latinLnBrk="0" hangingPunct="1">
              <a:lnSpc>
                <a:spcPct val="90000"/>
              </a:lnSpc>
              <a:spcBef>
                <a:spcPts val="800"/>
              </a:spcBef>
              <a:buFont typeface="Arial" panose="020B0604020202020204" pitchFamily="34" charset="0"/>
              <a:buNone/>
              <a:defRPr sz="1200" b="1" kern="1200" cap="all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7pPr>
            <a:lvl8pPr marL="55561" indent="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5561" indent="0" algn="l" defTabSz="914377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12761" indent="-457200">
              <a:buFont typeface="Arial" pitchFamily="34" charset="0"/>
              <a:buChar char="•"/>
            </a:pPr>
            <a:r>
              <a:rPr lang="en-US" sz="2000" b="0" dirty="0">
                <a:cs typeface="Calibri" pitchFamily="34" charset="0"/>
              </a:rPr>
              <a:t>Widely used performance testing solution</a:t>
            </a:r>
          </a:p>
          <a:p>
            <a:pPr marL="512761" indent="-457200">
              <a:buFont typeface="Arial" pitchFamily="34" charset="0"/>
              <a:buChar char="•"/>
            </a:pPr>
            <a:r>
              <a:rPr lang="en-US" sz="2000" b="0" dirty="0"/>
              <a:t>Simulate thousands of users concurrently</a:t>
            </a:r>
            <a:endParaRPr lang="en-US" sz="2000" b="0" dirty="0">
              <a:cs typeface="Calibri" pitchFamily="34" charset="0"/>
            </a:endParaRPr>
          </a:p>
          <a:p>
            <a:pPr marL="512761" indent="-457200">
              <a:buFont typeface="Arial" pitchFamily="34" charset="0"/>
              <a:buChar char="•"/>
            </a:pPr>
            <a:r>
              <a:rPr lang="en-US" sz="2000" b="0" dirty="0"/>
              <a:t>Used to test applications</a:t>
            </a:r>
          </a:p>
          <a:p>
            <a:pPr marL="512761" indent="-457200">
              <a:buFont typeface="Arial" pitchFamily="34" charset="0"/>
              <a:buChar char="•"/>
            </a:pPr>
            <a:r>
              <a:rPr lang="en-US" sz="2000" b="0" dirty="0"/>
              <a:t>Measure system behavior and performance</a:t>
            </a:r>
          </a:p>
          <a:p>
            <a:pPr marL="512761" indent="-457200">
              <a:buFont typeface="Arial" pitchFamily="34" charset="0"/>
              <a:buChar char="•"/>
            </a:pPr>
            <a:r>
              <a:rPr lang="en-US" sz="2000" b="0" dirty="0">
                <a:cs typeface="Calibri" pitchFamily="34" charset="0"/>
              </a:rPr>
              <a:t>Identify performance issue</a:t>
            </a:r>
          </a:p>
          <a:p>
            <a:pPr marL="512761" indent="-457200">
              <a:buFont typeface="Arial" pitchFamily="34" charset="0"/>
              <a:buChar char="•"/>
            </a:pPr>
            <a:r>
              <a:rPr lang="en-US" sz="2000" b="0" dirty="0">
                <a:cs typeface="Calibri" pitchFamily="34" charset="0"/>
              </a:rPr>
              <a:t>Cost is based upon number of </a:t>
            </a:r>
            <a:r>
              <a:rPr lang="en-US" sz="2000" b="0" dirty="0" err="1">
                <a:cs typeface="Calibri" pitchFamily="34" charset="0"/>
              </a:rPr>
              <a:t>Vuser</a:t>
            </a:r>
            <a:r>
              <a:rPr lang="en-US" sz="2000" b="0" dirty="0">
                <a:cs typeface="Calibri" pitchFamily="34" charset="0"/>
              </a:rPr>
              <a:t> License </a:t>
            </a:r>
          </a:p>
          <a:p>
            <a:pPr marL="512761" indent="-457200">
              <a:buFont typeface="Arial" pitchFamily="34" charset="0"/>
              <a:buChar char="•"/>
            </a:pPr>
            <a:r>
              <a:rPr lang="en-US" sz="2000" b="0" dirty="0">
                <a:cs typeface="Calibri" pitchFamily="34" charset="0"/>
              </a:rPr>
              <a:t>Supports wide range of protocols (e.g. Web</a:t>
            </a:r>
            <a:r>
              <a:rPr lang="en-US" sz="2000" b="0" dirty="0"/>
              <a:t> (http/html)</a:t>
            </a:r>
            <a:r>
              <a:rPr lang="en-US" sz="2000" b="0" dirty="0">
                <a:cs typeface="Calibri" pitchFamily="34" charset="0"/>
              </a:rPr>
              <a:t>, Citrix, RTE, RDP, SAP GUI, Ajax </a:t>
            </a:r>
            <a:r>
              <a:rPr lang="en-US" sz="2000" b="0" dirty="0" err="1">
                <a:cs typeface="Calibri" pitchFamily="34" charset="0"/>
              </a:rPr>
              <a:t>TruClient</a:t>
            </a:r>
            <a:r>
              <a:rPr lang="en-US" sz="2000" b="0" dirty="0">
                <a:cs typeface="Calibri" pitchFamily="34" charset="0"/>
              </a:rPr>
              <a:t> </a:t>
            </a:r>
            <a:r>
              <a:rPr lang="en-US" sz="2000" b="0" dirty="0" err="1">
                <a:cs typeface="Calibri" pitchFamily="34" charset="0"/>
              </a:rPr>
              <a:t>etc</a:t>
            </a:r>
            <a:r>
              <a:rPr lang="en-US" sz="2000" b="0" dirty="0">
                <a:cs typeface="Calibri" pitchFamily="34" charset="0"/>
              </a:rPr>
              <a:t>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5804379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F3605E5D-5A00-41EE-A1CD-803DF3F0A167}"/>
              </a:ext>
            </a:extLst>
          </p:cNvPr>
          <p:cNvGrpSpPr>
            <a:grpSpLocks noChangeAspect="1"/>
          </p:cNvGrpSpPr>
          <p:nvPr/>
        </p:nvGrpSpPr>
        <p:grpSpPr>
          <a:xfrm>
            <a:off x="9826702" y="5979230"/>
            <a:ext cx="2185416" cy="586592"/>
            <a:chOff x="9563100" y="1673029"/>
            <a:chExt cx="1389888" cy="373063"/>
          </a:xfrm>
        </p:grpSpPr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1FDAAE20-8701-4F6F-B157-65F7FC179F5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563100" y="1825994"/>
              <a:ext cx="1389888" cy="220098"/>
            </a:xfrm>
            <a:prstGeom prst="rect">
              <a:avLst/>
            </a:prstGeom>
          </p:spPr>
        </p:pic>
        <p:sp>
          <p:nvSpPr>
            <p:cNvPr id="4" name="Freeform 5">
              <a:extLst>
                <a:ext uri="{FF2B5EF4-FFF2-40B4-BE49-F238E27FC236}">
                  <a16:creationId xmlns:a16="http://schemas.microsoft.com/office/drawing/2014/main" id="{360132F0-E742-436A-BC62-747967D00187}"/>
                </a:ext>
              </a:extLst>
            </p:cNvPr>
            <p:cNvSpPr>
              <a:spLocks/>
            </p:cNvSpPr>
            <p:nvPr/>
          </p:nvSpPr>
          <p:spPr bwMode="auto">
            <a:xfrm>
              <a:off x="10373550" y="1673029"/>
              <a:ext cx="136525" cy="147638"/>
            </a:xfrm>
            <a:custGeom>
              <a:avLst/>
              <a:gdLst>
                <a:gd name="T0" fmla="*/ 0 w 86"/>
                <a:gd name="T1" fmla="*/ 66 h 93"/>
                <a:gd name="T2" fmla="*/ 50 w 86"/>
                <a:gd name="T3" fmla="*/ 47 h 93"/>
                <a:gd name="T4" fmla="*/ 0 w 86"/>
                <a:gd name="T5" fmla="*/ 27 h 93"/>
                <a:gd name="T6" fmla="*/ 0 w 86"/>
                <a:gd name="T7" fmla="*/ 0 h 93"/>
                <a:gd name="T8" fmla="*/ 86 w 86"/>
                <a:gd name="T9" fmla="*/ 35 h 93"/>
                <a:gd name="T10" fmla="*/ 86 w 86"/>
                <a:gd name="T11" fmla="*/ 57 h 93"/>
                <a:gd name="T12" fmla="*/ 0 w 86"/>
                <a:gd name="T13" fmla="*/ 93 h 93"/>
                <a:gd name="T14" fmla="*/ 0 w 86"/>
                <a:gd name="T15" fmla="*/ 66 h 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86" h="93">
                  <a:moveTo>
                    <a:pt x="0" y="66"/>
                  </a:moveTo>
                  <a:lnTo>
                    <a:pt x="50" y="47"/>
                  </a:lnTo>
                  <a:lnTo>
                    <a:pt x="0" y="27"/>
                  </a:lnTo>
                  <a:lnTo>
                    <a:pt x="0" y="0"/>
                  </a:lnTo>
                  <a:lnTo>
                    <a:pt x="86" y="35"/>
                  </a:lnTo>
                  <a:lnTo>
                    <a:pt x="86" y="57"/>
                  </a:lnTo>
                  <a:lnTo>
                    <a:pt x="0" y="93"/>
                  </a:lnTo>
                  <a:lnTo>
                    <a:pt x="0" y="66"/>
                  </a:lnTo>
                  <a:close/>
                </a:path>
              </a:pathLst>
            </a:custGeom>
            <a:solidFill>
              <a:srgbClr val="7900BF"/>
            </a:solidFill>
            <a:ln w="9525">
              <a:solidFill>
                <a:srgbClr val="7900BF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FF00"/>
                </a:solidFill>
                <a:effectLst/>
                <a:uLnTx/>
                <a:uFillTx/>
              </a:endParaRPr>
            </a:p>
          </p:txBody>
        </p:sp>
      </p:grpSp>
      <p:sp>
        <p:nvSpPr>
          <p:cNvPr id="5" name="Title 4">
            <a:extLst>
              <a:ext uri="{FF2B5EF4-FFF2-40B4-BE49-F238E27FC236}">
                <a16:creationId xmlns:a16="http://schemas.microsoft.com/office/drawing/2014/main" id="{3C5B04AC-E915-42FD-A6F5-ED1F5CD0DE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3241" y="3104492"/>
            <a:ext cx="9445518" cy="649016"/>
          </a:xfrm>
        </p:spPr>
        <p:txBody>
          <a:bodyPr>
            <a:normAutofit/>
          </a:bodyPr>
          <a:lstStyle/>
          <a:p>
            <a:r>
              <a:rPr lang="en-US" sz="3200" cap="none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LoadRunner – Components &amp; Architecture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7BF781D-B935-45B5-8976-21EE6DFCB7B1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4F9AC08D-23A9-440E-BCB9-AA1E9877CC38}" type="slidenum">
              <a:rPr lang="en-US" smtClean="0"/>
              <a:pPr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9578578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F3605E5D-5A00-41EE-A1CD-803DF3F0A167}"/>
              </a:ext>
            </a:extLst>
          </p:cNvPr>
          <p:cNvGrpSpPr>
            <a:grpSpLocks noChangeAspect="1"/>
          </p:cNvGrpSpPr>
          <p:nvPr/>
        </p:nvGrpSpPr>
        <p:grpSpPr>
          <a:xfrm>
            <a:off x="9826702" y="5979230"/>
            <a:ext cx="2185416" cy="586592"/>
            <a:chOff x="9563100" y="1673029"/>
            <a:chExt cx="1389888" cy="373063"/>
          </a:xfrm>
        </p:grpSpPr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1FDAAE20-8701-4F6F-B157-65F7FC179F5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563100" y="1825994"/>
              <a:ext cx="1389888" cy="220098"/>
            </a:xfrm>
            <a:prstGeom prst="rect">
              <a:avLst/>
            </a:prstGeom>
          </p:spPr>
        </p:pic>
        <p:sp>
          <p:nvSpPr>
            <p:cNvPr id="4" name="Freeform 5">
              <a:extLst>
                <a:ext uri="{FF2B5EF4-FFF2-40B4-BE49-F238E27FC236}">
                  <a16:creationId xmlns:a16="http://schemas.microsoft.com/office/drawing/2014/main" id="{360132F0-E742-436A-BC62-747967D00187}"/>
                </a:ext>
              </a:extLst>
            </p:cNvPr>
            <p:cNvSpPr>
              <a:spLocks/>
            </p:cNvSpPr>
            <p:nvPr/>
          </p:nvSpPr>
          <p:spPr bwMode="auto">
            <a:xfrm>
              <a:off x="10373550" y="1673029"/>
              <a:ext cx="136525" cy="147638"/>
            </a:xfrm>
            <a:custGeom>
              <a:avLst/>
              <a:gdLst>
                <a:gd name="T0" fmla="*/ 0 w 86"/>
                <a:gd name="T1" fmla="*/ 66 h 93"/>
                <a:gd name="T2" fmla="*/ 50 w 86"/>
                <a:gd name="T3" fmla="*/ 47 h 93"/>
                <a:gd name="T4" fmla="*/ 0 w 86"/>
                <a:gd name="T5" fmla="*/ 27 h 93"/>
                <a:gd name="T6" fmla="*/ 0 w 86"/>
                <a:gd name="T7" fmla="*/ 0 h 93"/>
                <a:gd name="T8" fmla="*/ 86 w 86"/>
                <a:gd name="T9" fmla="*/ 35 h 93"/>
                <a:gd name="T10" fmla="*/ 86 w 86"/>
                <a:gd name="T11" fmla="*/ 57 h 93"/>
                <a:gd name="T12" fmla="*/ 0 w 86"/>
                <a:gd name="T13" fmla="*/ 93 h 93"/>
                <a:gd name="T14" fmla="*/ 0 w 86"/>
                <a:gd name="T15" fmla="*/ 66 h 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86" h="93">
                  <a:moveTo>
                    <a:pt x="0" y="66"/>
                  </a:moveTo>
                  <a:lnTo>
                    <a:pt x="50" y="47"/>
                  </a:lnTo>
                  <a:lnTo>
                    <a:pt x="0" y="27"/>
                  </a:lnTo>
                  <a:lnTo>
                    <a:pt x="0" y="0"/>
                  </a:lnTo>
                  <a:lnTo>
                    <a:pt x="86" y="35"/>
                  </a:lnTo>
                  <a:lnTo>
                    <a:pt x="86" y="57"/>
                  </a:lnTo>
                  <a:lnTo>
                    <a:pt x="0" y="93"/>
                  </a:lnTo>
                  <a:lnTo>
                    <a:pt x="0" y="66"/>
                  </a:lnTo>
                  <a:close/>
                </a:path>
              </a:pathLst>
            </a:custGeom>
            <a:solidFill>
              <a:srgbClr val="7900BF"/>
            </a:solidFill>
            <a:ln w="9525">
              <a:solidFill>
                <a:srgbClr val="7900BF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FF00"/>
                </a:solidFill>
                <a:effectLst/>
                <a:uLnTx/>
                <a:uFillTx/>
              </a:endParaRPr>
            </a:p>
          </p:txBody>
        </p:sp>
      </p:grp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400D49D-B371-4693-9912-63BD6D84CE40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/>
        <p:txBody>
          <a:bodyPr/>
          <a:lstStyle/>
          <a:p>
            <a:fld id="{4F9AC08D-23A9-440E-BCB9-AA1E9877CC38}" type="slidenum">
              <a:rPr lang="en-US" smtClean="0"/>
              <a:pPr/>
              <a:t>8</a:t>
            </a:fld>
            <a:endParaRPr lang="en-US" dirty="0"/>
          </a:p>
        </p:txBody>
      </p:sp>
      <p:sp>
        <p:nvSpPr>
          <p:cNvPr id="10" name="Content Placeholder 7"/>
          <p:cNvSpPr txBox="1">
            <a:spLocks/>
          </p:cNvSpPr>
          <p:nvPr/>
        </p:nvSpPr>
        <p:spPr>
          <a:xfrm>
            <a:off x="583714" y="672460"/>
            <a:ext cx="4597886" cy="5977722"/>
          </a:xfrm>
          <a:prstGeom prst="rect">
            <a:avLst/>
          </a:prstGeom>
        </p:spPr>
        <p:txBody>
          <a:bodyPr vert="horz" lIns="0" tIns="91440" rIns="0" bIns="45720" rtlCol="0">
            <a:normAutofit fontScale="40000" lnSpcReduction="20000"/>
          </a:bodyPr>
          <a:lstStyle>
            <a:lvl1pPr marL="55561" indent="0" algn="l" defTabSz="914377" rtl="0" eaLnBrk="1" latinLnBrk="0" hangingPunct="1">
              <a:lnSpc>
                <a:spcPct val="85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sz="2800" b="1" kern="1200" cap="none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85744" indent="-230182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14338" indent="-230182" algn="l" defTabSz="914377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Graphik" panose="020B0503030202060203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85783" indent="-171446" algn="l" defTabSz="914377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57229" indent="-177796" algn="l" defTabSz="914377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Graphik" panose="020B0503030202060203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028674" indent="-17303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5561" indent="0" algn="l" defTabSz="914377" rtl="0" eaLnBrk="1" latinLnBrk="0" hangingPunct="1">
              <a:lnSpc>
                <a:spcPct val="90000"/>
              </a:lnSpc>
              <a:spcBef>
                <a:spcPts val="800"/>
              </a:spcBef>
              <a:buFont typeface="Arial" panose="020B0604020202020204" pitchFamily="34" charset="0"/>
              <a:buNone/>
              <a:defRPr sz="1200" b="1" kern="1200" cap="all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7pPr>
            <a:lvl8pPr marL="55561" indent="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5561" indent="0" algn="l" defTabSz="914377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  <a:spcAft>
                <a:spcPts val="0"/>
              </a:spcAft>
            </a:pPr>
            <a:r>
              <a:rPr lang="en-US" sz="4000" dirty="0"/>
              <a:t>Virtual User Generator (aka </a:t>
            </a:r>
            <a:r>
              <a:rPr lang="en-US" sz="4000" dirty="0" err="1"/>
              <a:t>Vugen</a:t>
            </a:r>
            <a:r>
              <a:rPr lang="en-US" sz="4000" dirty="0"/>
              <a:t>):</a:t>
            </a:r>
          </a:p>
          <a:p>
            <a:pPr marL="512761" indent="-457200">
              <a:lnSpc>
                <a:spcPct val="120000"/>
              </a:lnSpc>
              <a:spcAft>
                <a:spcPts val="0"/>
              </a:spcAft>
              <a:buFont typeface="Arial" pitchFamily="34" charset="0"/>
              <a:buChar char="•"/>
            </a:pPr>
            <a:r>
              <a:rPr lang="en-US" sz="3500" b="0" dirty="0"/>
              <a:t>Script creation &amp; enhancement</a:t>
            </a:r>
          </a:p>
          <a:p>
            <a:pPr marL="512761" indent="-457200">
              <a:lnSpc>
                <a:spcPct val="120000"/>
              </a:lnSpc>
              <a:spcAft>
                <a:spcPts val="0"/>
              </a:spcAft>
              <a:buFont typeface="Arial" pitchFamily="34" charset="0"/>
              <a:buChar char="•"/>
            </a:pPr>
            <a:r>
              <a:rPr lang="en-US" sz="3500" b="0" dirty="0"/>
              <a:t>Error handling &amp; compilation</a:t>
            </a:r>
          </a:p>
          <a:p>
            <a:pPr marL="512761" indent="-457200">
              <a:lnSpc>
                <a:spcPct val="120000"/>
              </a:lnSpc>
              <a:spcAft>
                <a:spcPts val="0"/>
              </a:spcAft>
              <a:buFont typeface="Arial" pitchFamily="34" charset="0"/>
              <a:buChar char="•"/>
            </a:pPr>
            <a:r>
              <a:rPr lang="en-US" sz="3500" b="0" dirty="0"/>
              <a:t>Debugging &amp; Script execution </a:t>
            </a:r>
          </a:p>
          <a:p>
            <a:pPr marL="512761" indent="-457200">
              <a:lnSpc>
                <a:spcPct val="120000"/>
              </a:lnSpc>
              <a:spcAft>
                <a:spcPts val="0"/>
              </a:spcAft>
              <a:buFont typeface="Arial" pitchFamily="34" charset="0"/>
              <a:buChar char="•"/>
            </a:pPr>
            <a:r>
              <a:rPr lang="en-US" sz="3500" b="0" dirty="0"/>
              <a:t>Validation &amp; Verification   </a:t>
            </a:r>
          </a:p>
          <a:p>
            <a:pPr>
              <a:lnSpc>
                <a:spcPct val="120000"/>
              </a:lnSpc>
              <a:spcAft>
                <a:spcPts val="0"/>
              </a:spcAft>
            </a:pPr>
            <a:endParaRPr lang="en-US" sz="4000" dirty="0"/>
          </a:p>
          <a:p>
            <a:pPr>
              <a:lnSpc>
                <a:spcPct val="120000"/>
              </a:lnSpc>
              <a:spcAft>
                <a:spcPts val="0"/>
              </a:spcAft>
            </a:pPr>
            <a:r>
              <a:rPr lang="en-US" sz="4000" dirty="0"/>
              <a:t>Controller:</a:t>
            </a:r>
          </a:p>
          <a:p>
            <a:pPr marL="512761" indent="-457200">
              <a:lnSpc>
                <a:spcPct val="120000"/>
              </a:lnSpc>
              <a:spcAft>
                <a:spcPts val="0"/>
              </a:spcAft>
              <a:buFont typeface="Arial" pitchFamily="34" charset="0"/>
              <a:buChar char="•"/>
            </a:pPr>
            <a:r>
              <a:rPr lang="en-US" sz="3500" b="0" dirty="0"/>
              <a:t>Scenario design </a:t>
            </a:r>
          </a:p>
          <a:p>
            <a:pPr marL="512761" indent="-457200">
              <a:lnSpc>
                <a:spcPct val="120000"/>
              </a:lnSpc>
              <a:spcAft>
                <a:spcPts val="0"/>
              </a:spcAft>
              <a:buFont typeface="Arial" pitchFamily="34" charset="0"/>
              <a:buChar char="•"/>
            </a:pPr>
            <a:r>
              <a:rPr lang="en-US" sz="3500" b="0" dirty="0"/>
              <a:t>Performance test execution</a:t>
            </a:r>
          </a:p>
          <a:p>
            <a:pPr marL="512761" indent="-457200">
              <a:lnSpc>
                <a:spcPct val="120000"/>
              </a:lnSpc>
              <a:spcAft>
                <a:spcPts val="0"/>
              </a:spcAft>
              <a:buFont typeface="Arial" pitchFamily="34" charset="0"/>
              <a:buChar char="•"/>
            </a:pPr>
            <a:r>
              <a:rPr lang="en-US" sz="3500" b="0" dirty="0"/>
              <a:t>Performance metrics Collection</a:t>
            </a:r>
          </a:p>
          <a:p>
            <a:pPr marL="512761" indent="-457200">
              <a:lnSpc>
                <a:spcPct val="120000"/>
              </a:lnSpc>
              <a:spcAft>
                <a:spcPts val="0"/>
              </a:spcAft>
              <a:buFont typeface="Arial" pitchFamily="34" charset="0"/>
              <a:buChar char="•"/>
            </a:pPr>
            <a:r>
              <a:rPr lang="en-US" sz="3500" b="0" dirty="0"/>
              <a:t>Live monitoring of the test</a:t>
            </a:r>
          </a:p>
          <a:p>
            <a:pPr>
              <a:lnSpc>
                <a:spcPct val="120000"/>
              </a:lnSpc>
              <a:spcAft>
                <a:spcPts val="0"/>
              </a:spcAft>
            </a:pPr>
            <a:endParaRPr lang="en-US" dirty="0"/>
          </a:p>
          <a:p>
            <a:pPr>
              <a:lnSpc>
                <a:spcPct val="120000"/>
              </a:lnSpc>
              <a:spcAft>
                <a:spcPts val="0"/>
              </a:spcAft>
            </a:pPr>
            <a:r>
              <a:rPr lang="en-US" sz="4000" dirty="0"/>
              <a:t>Load Generator: </a:t>
            </a:r>
          </a:p>
          <a:p>
            <a:pPr marL="512761" indent="-457200">
              <a:lnSpc>
                <a:spcPct val="120000"/>
              </a:lnSpc>
              <a:spcAft>
                <a:spcPts val="0"/>
              </a:spcAft>
              <a:buFont typeface="Arial" pitchFamily="34" charset="0"/>
              <a:buChar char="•"/>
            </a:pPr>
            <a:r>
              <a:rPr lang="en-US" sz="3500" b="0" dirty="0"/>
              <a:t>A machine upon which the Remote Agent Dispatcher (Process) and a </a:t>
            </a:r>
            <a:r>
              <a:rPr lang="en-US" sz="3500" b="0" dirty="0" err="1"/>
              <a:t>LoadRunner</a:t>
            </a:r>
            <a:r>
              <a:rPr lang="en-US" sz="3500" b="0" dirty="0"/>
              <a:t> agent process are installed.</a:t>
            </a:r>
          </a:p>
          <a:p>
            <a:pPr marL="512761" indent="-457200">
              <a:lnSpc>
                <a:spcPct val="120000"/>
              </a:lnSpc>
              <a:spcAft>
                <a:spcPts val="0"/>
              </a:spcAft>
              <a:buFont typeface="Arial" pitchFamily="34" charset="0"/>
              <a:buChar char="•"/>
            </a:pPr>
            <a:r>
              <a:rPr lang="en-US" sz="3500" b="0" dirty="0"/>
              <a:t>Remote Agent Dispatcher : Enables Controller to start LoadRunner Agent on the load generator machine.</a:t>
            </a:r>
          </a:p>
          <a:p>
            <a:pPr marL="512761" indent="-457200">
              <a:lnSpc>
                <a:spcPct val="120000"/>
              </a:lnSpc>
              <a:spcAft>
                <a:spcPts val="0"/>
              </a:spcAft>
              <a:buFont typeface="Arial" pitchFamily="34" charset="0"/>
              <a:buChar char="•"/>
            </a:pPr>
            <a:r>
              <a:rPr lang="en-US" sz="3500" b="0" dirty="0"/>
              <a:t>Agent Process:  Receives instructions from Controller to initialize, run, pause, and stop </a:t>
            </a:r>
            <a:r>
              <a:rPr lang="en-US" sz="3500" b="0" dirty="0" err="1"/>
              <a:t>Vusers</a:t>
            </a:r>
            <a:r>
              <a:rPr lang="en-US" sz="3500" b="0" dirty="0"/>
              <a:t>. Also sends </a:t>
            </a:r>
            <a:r>
              <a:rPr lang="en-US" sz="3500" b="0" dirty="0" err="1"/>
              <a:t>Vusers</a:t>
            </a:r>
            <a:r>
              <a:rPr lang="en-US" sz="3500" b="0" dirty="0"/>
              <a:t> status back to Controller.</a:t>
            </a:r>
          </a:p>
          <a:p>
            <a:pPr>
              <a:lnSpc>
                <a:spcPct val="120000"/>
              </a:lnSpc>
              <a:spcAft>
                <a:spcPts val="0"/>
              </a:spcAft>
            </a:pPr>
            <a:endParaRPr lang="en-US" dirty="0"/>
          </a:p>
          <a:p>
            <a:pPr>
              <a:lnSpc>
                <a:spcPct val="120000"/>
              </a:lnSpc>
              <a:spcAft>
                <a:spcPts val="0"/>
              </a:spcAft>
            </a:pPr>
            <a:r>
              <a:rPr lang="en-US" sz="4000" dirty="0"/>
              <a:t>Analysis:</a:t>
            </a:r>
          </a:p>
          <a:p>
            <a:pPr marL="569911" indent="-514350">
              <a:lnSpc>
                <a:spcPct val="120000"/>
              </a:lnSpc>
              <a:spcAft>
                <a:spcPts val="0"/>
              </a:spcAft>
              <a:buFont typeface="Arial" pitchFamily="34" charset="0"/>
              <a:buChar char="•"/>
            </a:pPr>
            <a:r>
              <a:rPr lang="en-US" sz="3500" b="0" dirty="0"/>
              <a:t>Result Analysis </a:t>
            </a:r>
          </a:p>
          <a:p>
            <a:pPr marL="569911" indent="-514350">
              <a:lnSpc>
                <a:spcPct val="120000"/>
              </a:lnSpc>
              <a:spcAft>
                <a:spcPts val="0"/>
              </a:spcAft>
              <a:buFont typeface="Arial" pitchFamily="34" charset="0"/>
              <a:buChar char="•"/>
            </a:pPr>
            <a:r>
              <a:rPr lang="en-US" sz="3500" b="0" dirty="0"/>
              <a:t>Report Generation </a:t>
            </a:r>
          </a:p>
          <a:p>
            <a:pPr marL="569911" indent="-514350">
              <a:lnSpc>
                <a:spcPct val="120000"/>
              </a:lnSpc>
              <a:spcAft>
                <a:spcPts val="0"/>
              </a:spcAft>
              <a:buFont typeface="Arial" pitchFamily="34" charset="0"/>
              <a:buChar char="•"/>
            </a:pPr>
            <a:r>
              <a:rPr lang="en-US" sz="3500" b="0" dirty="0"/>
              <a:t>Graphical representation of performance metrics</a:t>
            </a:r>
          </a:p>
          <a:p>
            <a:pPr marL="569911" indent="-514350">
              <a:buFont typeface="Arial" pitchFamily="34" charset="0"/>
              <a:buChar char="•"/>
            </a:pPr>
            <a:endParaRPr lang="en-US" b="0" dirty="0"/>
          </a:p>
          <a:p>
            <a:pPr marL="512761" indent="-457200">
              <a:buFont typeface="Arial" pitchFamily="34" charset="0"/>
              <a:buChar char="•"/>
            </a:pPr>
            <a:endParaRPr lang="en-US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86217" y="672460"/>
            <a:ext cx="7010399" cy="53067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2" name="Title 4">
            <a:extLst>
              <a:ext uri="{FF2B5EF4-FFF2-40B4-BE49-F238E27FC236}">
                <a16:creationId xmlns:a16="http://schemas.microsoft.com/office/drawing/2014/main" id="{F684E18E-E26D-4027-8B99-DD9948E7A8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251696"/>
            <a:ext cx="11430000" cy="396667"/>
          </a:xfrm>
        </p:spPr>
        <p:txBody>
          <a:bodyPr>
            <a:noAutofit/>
          </a:bodyPr>
          <a:lstStyle/>
          <a:p>
            <a:r>
              <a:rPr lang="en-US" sz="3200" cap="none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LoadRunner Components &amp; Architecture</a:t>
            </a:r>
          </a:p>
        </p:txBody>
      </p:sp>
    </p:spTree>
    <p:extLst>
      <p:ext uri="{BB962C8B-B14F-4D97-AF65-F5344CB8AC3E}">
        <p14:creationId xmlns:p14="http://schemas.microsoft.com/office/powerpoint/2010/main" val="109609929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F3605E5D-5A00-41EE-A1CD-803DF3F0A167}"/>
              </a:ext>
            </a:extLst>
          </p:cNvPr>
          <p:cNvGrpSpPr>
            <a:grpSpLocks noChangeAspect="1"/>
          </p:cNvGrpSpPr>
          <p:nvPr/>
        </p:nvGrpSpPr>
        <p:grpSpPr>
          <a:xfrm>
            <a:off x="9826702" y="5979230"/>
            <a:ext cx="2185416" cy="586592"/>
            <a:chOff x="9563100" y="1673029"/>
            <a:chExt cx="1389888" cy="373063"/>
          </a:xfrm>
        </p:grpSpPr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1FDAAE20-8701-4F6F-B157-65F7FC179F5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563100" y="1825994"/>
              <a:ext cx="1389888" cy="220098"/>
            </a:xfrm>
            <a:prstGeom prst="rect">
              <a:avLst/>
            </a:prstGeom>
          </p:spPr>
        </p:pic>
        <p:sp>
          <p:nvSpPr>
            <p:cNvPr id="4" name="Freeform 5">
              <a:extLst>
                <a:ext uri="{FF2B5EF4-FFF2-40B4-BE49-F238E27FC236}">
                  <a16:creationId xmlns:a16="http://schemas.microsoft.com/office/drawing/2014/main" id="{360132F0-E742-436A-BC62-747967D00187}"/>
                </a:ext>
              </a:extLst>
            </p:cNvPr>
            <p:cNvSpPr>
              <a:spLocks/>
            </p:cNvSpPr>
            <p:nvPr/>
          </p:nvSpPr>
          <p:spPr bwMode="auto">
            <a:xfrm>
              <a:off x="10373550" y="1673029"/>
              <a:ext cx="136525" cy="147638"/>
            </a:xfrm>
            <a:custGeom>
              <a:avLst/>
              <a:gdLst>
                <a:gd name="T0" fmla="*/ 0 w 86"/>
                <a:gd name="T1" fmla="*/ 66 h 93"/>
                <a:gd name="T2" fmla="*/ 50 w 86"/>
                <a:gd name="T3" fmla="*/ 47 h 93"/>
                <a:gd name="T4" fmla="*/ 0 w 86"/>
                <a:gd name="T5" fmla="*/ 27 h 93"/>
                <a:gd name="T6" fmla="*/ 0 w 86"/>
                <a:gd name="T7" fmla="*/ 0 h 93"/>
                <a:gd name="T8" fmla="*/ 86 w 86"/>
                <a:gd name="T9" fmla="*/ 35 h 93"/>
                <a:gd name="T10" fmla="*/ 86 w 86"/>
                <a:gd name="T11" fmla="*/ 57 h 93"/>
                <a:gd name="T12" fmla="*/ 0 w 86"/>
                <a:gd name="T13" fmla="*/ 93 h 93"/>
                <a:gd name="T14" fmla="*/ 0 w 86"/>
                <a:gd name="T15" fmla="*/ 66 h 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86" h="93">
                  <a:moveTo>
                    <a:pt x="0" y="66"/>
                  </a:moveTo>
                  <a:lnTo>
                    <a:pt x="50" y="47"/>
                  </a:lnTo>
                  <a:lnTo>
                    <a:pt x="0" y="27"/>
                  </a:lnTo>
                  <a:lnTo>
                    <a:pt x="0" y="0"/>
                  </a:lnTo>
                  <a:lnTo>
                    <a:pt x="86" y="35"/>
                  </a:lnTo>
                  <a:lnTo>
                    <a:pt x="86" y="57"/>
                  </a:lnTo>
                  <a:lnTo>
                    <a:pt x="0" y="93"/>
                  </a:lnTo>
                  <a:lnTo>
                    <a:pt x="0" y="66"/>
                  </a:lnTo>
                  <a:close/>
                </a:path>
              </a:pathLst>
            </a:custGeom>
            <a:solidFill>
              <a:srgbClr val="7900BF"/>
            </a:solidFill>
            <a:ln w="9525">
              <a:solidFill>
                <a:srgbClr val="7900BF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FF00"/>
                </a:solidFill>
                <a:effectLst/>
                <a:uLnTx/>
                <a:uFillTx/>
              </a:endParaRPr>
            </a:p>
          </p:txBody>
        </p:sp>
      </p:grpSp>
      <p:sp>
        <p:nvSpPr>
          <p:cNvPr id="5" name="Title 4">
            <a:extLst>
              <a:ext uri="{FF2B5EF4-FFF2-40B4-BE49-F238E27FC236}">
                <a16:creationId xmlns:a16="http://schemas.microsoft.com/office/drawing/2014/main" id="{3C5B04AC-E915-42FD-A6F5-ED1F5CD0DE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84745" y="462456"/>
            <a:ext cx="1422510" cy="609599"/>
          </a:xfrm>
        </p:spPr>
        <p:txBody>
          <a:bodyPr>
            <a:normAutofit/>
          </a:bodyPr>
          <a:lstStyle/>
          <a:p>
            <a:r>
              <a:rPr lang="en-US" sz="4400" cap="none" dirty="0">
                <a:solidFill>
                  <a:srgbClr val="92D050"/>
                </a:solidFill>
              </a:rPr>
              <a:t>Q&amp;A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7BF781D-B935-45B5-8976-21EE6DFCB7B1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4F9AC08D-23A9-440E-BCB9-AA1E9877CC38}" type="slidenum">
              <a:rPr lang="en-US" smtClean="0"/>
              <a:pPr/>
              <a:t>9</a:t>
            </a:fld>
            <a:endParaRPr lang="en-US" dirty="0"/>
          </a:p>
        </p:txBody>
      </p:sp>
      <p:sp>
        <p:nvSpPr>
          <p:cNvPr id="6" name="Title 4">
            <a:extLst>
              <a:ext uri="{FF2B5EF4-FFF2-40B4-BE49-F238E27FC236}">
                <a16:creationId xmlns:a16="http://schemas.microsoft.com/office/drawing/2014/main" id="{98E9F983-B0C1-6EAE-28B0-6CFF0CE009F8}"/>
              </a:ext>
            </a:extLst>
          </p:cNvPr>
          <p:cNvSpPr txBox="1">
            <a:spLocks/>
          </p:cNvSpPr>
          <p:nvPr/>
        </p:nvSpPr>
        <p:spPr>
          <a:xfrm>
            <a:off x="714703" y="1807780"/>
            <a:ext cx="10600993" cy="539138"/>
          </a:xfrm>
          <a:prstGeom prst="rect">
            <a:avLst/>
          </a:prstGeom>
        </p:spPr>
        <p:txBody>
          <a:bodyPr vert="horz" lIns="0" tIns="45720" rIns="0" bIns="0" rtlCol="0" anchor="t" anchorCtr="0">
            <a:normAutofit/>
          </a:bodyPr>
          <a:lstStyle>
            <a:lvl1pPr marL="0" indent="0" algn="l" defTabSz="914377" rtl="0" eaLnBrk="1" latinLnBrk="0" hangingPunct="1">
              <a:lnSpc>
                <a:spcPct val="70000"/>
              </a:lnSpc>
              <a:spcBef>
                <a:spcPct val="0"/>
              </a:spcBef>
              <a:buNone/>
              <a:defRPr sz="4000" b="0" kern="1200" cap="all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000" cap="none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Which protocol is used to measure the performance of Thick Client Application?</a:t>
            </a:r>
          </a:p>
          <a:p>
            <a:endParaRPr lang="en-US" sz="2400" cap="none" dirty="0">
              <a:solidFill>
                <a:schemeClr val="accent1">
                  <a:lumMod val="75000"/>
                </a:schemeClr>
              </a:solidFill>
              <a:latin typeface="+mn-lt"/>
            </a:endParaRPr>
          </a:p>
        </p:txBody>
      </p:sp>
      <p:sp>
        <p:nvSpPr>
          <p:cNvPr id="8" name="Title 4">
            <a:extLst>
              <a:ext uri="{FF2B5EF4-FFF2-40B4-BE49-F238E27FC236}">
                <a16:creationId xmlns:a16="http://schemas.microsoft.com/office/drawing/2014/main" id="{92EC1F57-DE41-7A22-F1F9-D0C2DCB1E616}"/>
              </a:ext>
            </a:extLst>
          </p:cNvPr>
          <p:cNvSpPr txBox="1">
            <a:spLocks/>
          </p:cNvSpPr>
          <p:nvPr/>
        </p:nvSpPr>
        <p:spPr>
          <a:xfrm>
            <a:off x="714703" y="2117599"/>
            <a:ext cx="2701160" cy="1256223"/>
          </a:xfrm>
          <a:prstGeom prst="rect">
            <a:avLst/>
          </a:prstGeom>
        </p:spPr>
        <p:txBody>
          <a:bodyPr vert="horz" lIns="0" tIns="45720" rIns="0" bIns="0" rtlCol="0" anchor="t" anchorCtr="0">
            <a:normAutofit/>
          </a:bodyPr>
          <a:lstStyle>
            <a:lvl1pPr marL="0" indent="0" algn="l" defTabSz="914377" rtl="0" eaLnBrk="1" latinLnBrk="0" hangingPunct="1">
              <a:lnSpc>
                <a:spcPct val="70000"/>
              </a:lnSpc>
              <a:spcBef>
                <a:spcPct val="0"/>
              </a:spcBef>
              <a:buNone/>
              <a:defRPr sz="4000" b="0" kern="1200" cap="all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457200" indent="-457200">
              <a:lnSpc>
                <a:spcPct val="100000"/>
              </a:lnSpc>
              <a:buAutoNum type="alphaUcPeriod"/>
            </a:pPr>
            <a:r>
              <a:rPr lang="en-US" sz="1600" cap="none" dirty="0">
                <a:solidFill>
                  <a:srgbClr val="BD001D"/>
                </a:solidFill>
                <a:latin typeface="+mn-lt"/>
              </a:rPr>
              <a:t>Web HTTP/HTML </a:t>
            </a:r>
          </a:p>
          <a:p>
            <a:pPr marL="457200" indent="-457200">
              <a:lnSpc>
                <a:spcPct val="100000"/>
              </a:lnSpc>
              <a:buAutoNum type="alphaUcPeriod"/>
            </a:pPr>
            <a:r>
              <a:rPr lang="en-US" sz="1600" cap="none" dirty="0" err="1">
                <a:solidFill>
                  <a:srgbClr val="BD001D"/>
                </a:solidFill>
                <a:latin typeface="+mn-lt"/>
              </a:rPr>
              <a:t>TruClient</a:t>
            </a:r>
            <a:endParaRPr lang="en-US" sz="1600" cap="none" dirty="0">
              <a:solidFill>
                <a:srgbClr val="BD001D"/>
              </a:solidFill>
              <a:latin typeface="+mn-lt"/>
            </a:endParaRPr>
          </a:p>
          <a:p>
            <a:pPr marL="457200" indent="-457200">
              <a:lnSpc>
                <a:spcPct val="100000"/>
              </a:lnSpc>
              <a:buAutoNum type="alphaUcPeriod"/>
            </a:pPr>
            <a:r>
              <a:rPr lang="en-US" sz="1600" cap="none" dirty="0">
                <a:solidFill>
                  <a:srgbClr val="BD001D"/>
                </a:solidFill>
                <a:latin typeface="+mn-lt"/>
              </a:rPr>
              <a:t>RDP</a:t>
            </a:r>
          </a:p>
          <a:p>
            <a:pPr marL="457200" indent="-457200">
              <a:lnSpc>
                <a:spcPct val="100000"/>
              </a:lnSpc>
              <a:buAutoNum type="alphaUcPeriod"/>
            </a:pPr>
            <a:r>
              <a:rPr lang="en-US" sz="1600" cap="none" dirty="0">
                <a:solidFill>
                  <a:srgbClr val="BD001D"/>
                </a:solidFill>
                <a:latin typeface="+mn-lt"/>
              </a:rPr>
              <a:t>SAP GUI</a:t>
            </a:r>
          </a:p>
          <a:p>
            <a:endParaRPr lang="en-US" sz="2000" cap="none" dirty="0">
              <a:solidFill>
                <a:srgbClr val="BD001D"/>
              </a:solidFill>
              <a:latin typeface="+mn-lt"/>
            </a:endParaRPr>
          </a:p>
        </p:txBody>
      </p:sp>
      <p:pic>
        <p:nvPicPr>
          <p:cNvPr id="10" name="Graphic 9" descr="Help with solid fill">
            <a:extLst>
              <a:ext uri="{FF2B5EF4-FFF2-40B4-BE49-F238E27FC236}">
                <a16:creationId xmlns:a16="http://schemas.microsoft.com/office/drawing/2014/main" id="{39F7EE4F-7804-7F81-5338-C11A033D30C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049002" y="93202"/>
            <a:ext cx="914400" cy="914400"/>
          </a:xfrm>
          <a:prstGeom prst="rect">
            <a:avLst/>
          </a:prstGeom>
        </p:spPr>
      </p:pic>
      <p:sp>
        <p:nvSpPr>
          <p:cNvPr id="11" name="Title 4">
            <a:extLst>
              <a:ext uri="{FF2B5EF4-FFF2-40B4-BE49-F238E27FC236}">
                <a16:creationId xmlns:a16="http://schemas.microsoft.com/office/drawing/2014/main" id="{C929C038-E2E2-3D12-C8D1-A849820F5560}"/>
              </a:ext>
            </a:extLst>
          </p:cNvPr>
          <p:cNvSpPr txBox="1">
            <a:spLocks/>
          </p:cNvSpPr>
          <p:nvPr/>
        </p:nvSpPr>
        <p:spPr>
          <a:xfrm>
            <a:off x="714702" y="3809761"/>
            <a:ext cx="10600993" cy="539138"/>
          </a:xfrm>
          <a:prstGeom prst="rect">
            <a:avLst/>
          </a:prstGeom>
        </p:spPr>
        <p:txBody>
          <a:bodyPr vert="horz" lIns="0" tIns="45720" rIns="0" bIns="0" rtlCol="0" anchor="t" anchorCtr="0">
            <a:normAutofit/>
          </a:bodyPr>
          <a:lstStyle>
            <a:lvl1pPr marL="0" indent="0" algn="l" defTabSz="914377" rtl="0" eaLnBrk="1" latinLnBrk="0" hangingPunct="1">
              <a:lnSpc>
                <a:spcPct val="70000"/>
              </a:lnSpc>
              <a:spcBef>
                <a:spcPct val="0"/>
              </a:spcBef>
              <a:buNone/>
              <a:defRPr sz="4000" b="0" kern="1200" cap="all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000" cap="none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Which component of LoadRunner shows the response time status during load test?</a:t>
            </a:r>
          </a:p>
          <a:p>
            <a:endParaRPr lang="en-US" sz="2400" cap="none" dirty="0">
              <a:solidFill>
                <a:schemeClr val="accent1">
                  <a:lumMod val="75000"/>
                </a:schemeClr>
              </a:solidFill>
              <a:latin typeface="+mn-lt"/>
            </a:endParaRPr>
          </a:p>
        </p:txBody>
      </p:sp>
      <p:sp>
        <p:nvSpPr>
          <p:cNvPr id="12" name="Title 4">
            <a:extLst>
              <a:ext uri="{FF2B5EF4-FFF2-40B4-BE49-F238E27FC236}">
                <a16:creationId xmlns:a16="http://schemas.microsoft.com/office/drawing/2014/main" id="{A670D2E2-06F6-9BE8-3CDB-BD8D6BBBAD9D}"/>
              </a:ext>
            </a:extLst>
          </p:cNvPr>
          <p:cNvSpPr txBox="1">
            <a:spLocks/>
          </p:cNvSpPr>
          <p:nvPr/>
        </p:nvSpPr>
        <p:spPr>
          <a:xfrm>
            <a:off x="714703" y="4219080"/>
            <a:ext cx="2701160" cy="1256223"/>
          </a:xfrm>
          <a:prstGeom prst="rect">
            <a:avLst/>
          </a:prstGeom>
        </p:spPr>
        <p:txBody>
          <a:bodyPr vert="horz" lIns="0" tIns="45720" rIns="0" bIns="0" rtlCol="0" anchor="t" anchorCtr="0">
            <a:normAutofit/>
          </a:bodyPr>
          <a:lstStyle>
            <a:lvl1pPr marL="0" indent="0" algn="l" defTabSz="914377" rtl="0" eaLnBrk="1" latinLnBrk="0" hangingPunct="1">
              <a:lnSpc>
                <a:spcPct val="70000"/>
              </a:lnSpc>
              <a:spcBef>
                <a:spcPct val="0"/>
              </a:spcBef>
              <a:buNone/>
              <a:defRPr sz="4000" b="0" kern="1200" cap="all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457200" indent="-457200">
              <a:lnSpc>
                <a:spcPct val="100000"/>
              </a:lnSpc>
              <a:buAutoNum type="alphaUcPeriod"/>
            </a:pPr>
            <a:r>
              <a:rPr lang="en-US" sz="1600" cap="none" dirty="0" err="1">
                <a:solidFill>
                  <a:srgbClr val="BD001D"/>
                </a:solidFill>
                <a:latin typeface="+mn-lt"/>
              </a:rPr>
              <a:t>Vugen</a:t>
            </a:r>
            <a:r>
              <a:rPr lang="en-US" sz="1600" cap="none" dirty="0">
                <a:solidFill>
                  <a:srgbClr val="BD001D"/>
                </a:solidFill>
                <a:latin typeface="+mn-lt"/>
              </a:rPr>
              <a:t> </a:t>
            </a:r>
          </a:p>
          <a:p>
            <a:pPr marL="457200" indent="-457200">
              <a:lnSpc>
                <a:spcPct val="100000"/>
              </a:lnSpc>
              <a:buAutoNum type="alphaUcPeriod"/>
            </a:pPr>
            <a:r>
              <a:rPr lang="en-US" sz="1600" cap="none" dirty="0">
                <a:solidFill>
                  <a:srgbClr val="BD001D"/>
                </a:solidFill>
                <a:latin typeface="+mn-lt"/>
              </a:rPr>
              <a:t>Controller</a:t>
            </a:r>
          </a:p>
          <a:p>
            <a:pPr marL="457200" indent="-457200">
              <a:lnSpc>
                <a:spcPct val="100000"/>
              </a:lnSpc>
              <a:buAutoNum type="alphaUcPeriod"/>
            </a:pPr>
            <a:r>
              <a:rPr lang="en-US" sz="1600" cap="none" dirty="0">
                <a:solidFill>
                  <a:srgbClr val="BD001D"/>
                </a:solidFill>
                <a:latin typeface="+mn-lt"/>
              </a:rPr>
              <a:t>Load Generator</a:t>
            </a:r>
          </a:p>
          <a:p>
            <a:pPr marL="457200" indent="-457200">
              <a:lnSpc>
                <a:spcPct val="100000"/>
              </a:lnSpc>
              <a:buAutoNum type="alphaUcPeriod"/>
            </a:pPr>
            <a:r>
              <a:rPr lang="en-US" sz="1600" cap="none" dirty="0">
                <a:solidFill>
                  <a:srgbClr val="BD001D"/>
                </a:solidFill>
                <a:latin typeface="+mn-lt"/>
              </a:rPr>
              <a:t>Analysis</a:t>
            </a:r>
          </a:p>
          <a:p>
            <a:endParaRPr lang="en-US" sz="2000" cap="none" dirty="0">
              <a:solidFill>
                <a:srgbClr val="BD001D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4402092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8" grpId="0"/>
      <p:bldP spid="11" grpId="0"/>
      <p:bldP spid="1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F3605E5D-5A00-41EE-A1CD-803DF3F0A167}"/>
              </a:ext>
            </a:extLst>
          </p:cNvPr>
          <p:cNvGrpSpPr>
            <a:grpSpLocks noChangeAspect="1"/>
          </p:cNvGrpSpPr>
          <p:nvPr/>
        </p:nvGrpSpPr>
        <p:grpSpPr>
          <a:xfrm>
            <a:off x="9826702" y="5979230"/>
            <a:ext cx="2185416" cy="586592"/>
            <a:chOff x="9563100" y="1673029"/>
            <a:chExt cx="1389888" cy="373063"/>
          </a:xfrm>
        </p:grpSpPr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1FDAAE20-8701-4F6F-B157-65F7FC179F5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563100" y="1825994"/>
              <a:ext cx="1389888" cy="220098"/>
            </a:xfrm>
            <a:prstGeom prst="rect">
              <a:avLst/>
            </a:prstGeom>
          </p:spPr>
        </p:pic>
        <p:sp>
          <p:nvSpPr>
            <p:cNvPr id="4" name="Freeform 5">
              <a:extLst>
                <a:ext uri="{FF2B5EF4-FFF2-40B4-BE49-F238E27FC236}">
                  <a16:creationId xmlns:a16="http://schemas.microsoft.com/office/drawing/2014/main" id="{360132F0-E742-436A-BC62-747967D00187}"/>
                </a:ext>
              </a:extLst>
            </p:cNvPr>
            <p:cNvSpPr>
              <a:spLocks/>
            </p:cNvSpPr>
            <p:nvPr/>
          </p:nvSpPr>
          <p:spPr bwMode="auto">
            <a:xfrm>
              <a:off x="10373550" y="1673029"/>
              <a:ext cx="136525" cy="147638"/>
            </a:xfrm>
            <a:custGeom>
              <a:avLst/>
              <a:gdLst>
                <a:gd name="T0" fmla="*/ 0 w 86"/>
                <a:gd name="T1" fmla="*/ 66 h 93"/>
                <a:gd name="T2" fmla="*/ 50 w 86"/>
                <a:gd name="T3" fmla="*/ 47 h 93"/>
                <a:gd name="T4" fmla="*/ 0 w 86"/>
                <a:gd name="T5" fmla="*/ 27 h 93"/>
                <a:gd name="T6" fmla="*/ 0 w 86"/>
                <a:gd name="T7" fmla="*/ 0 h 93"/>
                <a:gd name="T8" fmla="*/ 86 w 86"/>
                <a:gd name="T9" fmla="*/ 35 h 93"/>
                <a:gd name="T10" fmla="*/ 86 w 86"/>
                <a:gd name="T11" fmla="*/ 57 h 93"/>
                <a:gd name="T12" fmla="*/ 0 w 86"/>
                <a:gd name="T13" fmla="*/ 93 h 93"/>
                <a:gd name="T14" fmla="*/ 0 w 86"/>
                <a:gd name="T15" fmla="*/ 66 h 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86" h="93">
                  <a:moveTo>
                    <a:pt x="0" y="66"/>
                  </a:moveTo>
                  <a:lnTo>
                    <a:pt x="50" y="47"/>
                  </a:lnTo>
                  <a:lnTo>
                    <a:pt x="0" y="27"/>
                  </a:lnTo>
                  <a:lnTo>
                    <a:pt x="0" y="0"/>
                  </a:lnTo>
                  <a:lnTo>
                    <a:pt x="86" y="35"/>
                  </a:lnTo>
                  <a:lnTo>
                    <a:pt x="86" y="57"/>
                  </a:lnTo>
                  <a:lnTo>
                    <a:pt x="0" y="93"/>
                  </a:lnTo>
                  <a:lnTo>
                    <a:pt x="0" y="66"/>
                  </a:lnTo>
                  <a:close/>
                </a:path>
              </a:pathLst>
            </a:custGeom>
            <a:solidFill>
              <a:srgbClr val="7900BF"/>
            </a:solidFill>
            <a:ln w="9525">
              <a:solidFill>
                <a:srgbClr val="7900BF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FF00"/>
                </a:solidFill>
                <a:effectLst/>
                <a:uLnTx/>
                <a:uFillTx/>
              </a:endParaRPr>
            </a:p>
          </p:txBody>
        </p:sp>
      </p:grpSp>
      <p:sp>
        <p:nvSpPr>
          <p:cNvPr id="5" name="Title 4">
            <a:extLst>
              <a:ext uri="{FF2B5EF4-FFF2-40B4-BE49-F238E27FC236}">
                <a16:creationId xmlns:a16="http://schemas.microsoft.com/office/drawing/2014/main" id="{F684E18E-E26D-4027-8B99-DD9948E7A8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72760" y="3163011"/>
            <a:ext cx="6646479" cy="531978"/>
          </a:xfrm>
        </p:spPr>
        <p:txBody>
          <a:bodyPr>
            <a:noAutofit/>
          </a:bodyPr>
          <a:lstStyle/>
          <a:p>
            <a:r>
              <a:rPr lang="en-US" cap="none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Virtual User Generator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400D49D-B371-4693-9912-63BD6D84CE40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/>
        <p:txBody>
          <a:bodyPr/>
          <a:lstStyle/>
          <a:p>
            <a:fld id="{4F9AC08D-23A9-440E-BCB9-AA1E9877CC38}" type="slidenum">
              <a:rPr lang="en-US" smtClean="0"/>
              <a:pPr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9938237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F3605E5D-5A00-41EE-A1CD-803DF3F0A167}"/>
              </a:ext>
            </a:extLst>
          </p:cNvPr>
          <p:cNvGrpSpPr>
            <a:grpSpLocks noChangeAspect="1"/>
          </p:cNvGrpSpPr>
          <p:nvPr/>
        </p:nvGrpSpPr>
        <p:grpSpPr>
          <a:xfrm>
            <a:off x="9826702" y="5979230"/>
            <a:ext cx="2185416" cy="586592"/>
            <a:chOff x="9563100" y="1673029"/>
            <a:chExt cx="1389888" cy="373063"/>
          </a:xfrm>
        </p:grpSpPr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1FDAAE20-8701-4F6F-B157-65F7FC179F5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563100" y="1825994"/>
              <a:ext cx="1389888" cy="220098"/>
            </a:xfrm>
            <a:prstGeom prst="rect">
              <a:avLst/>
            </a:prstGeom>
          </p:spPr>
        </p:pic>
        <p:sp>
          <p:nvSpPr>
            <p:cNvPr id="4" name="Freeform 5">
              <a:extLst>
                <a:ext uri="{FF2B5EF4-FFF2-40B4-BE49-F238E27FC236}">
                  <a16:creationId xmlns:a16="http://schemas.microsoft.com/office/drawing/2014/main" id="{360132F0-E742-436A-BC62-747967D00187}"/>
                </a:ext>
              </a:extLst>
            </p:cNvPr>
            <p:cNvSpPr>
              <a:spLocks/>
            </p:cNvSpPr>
            <p:nvPr/>
          </p:nvSpPr>
          <p:spPr bwMode="auto">
            <a:xfrm>
              <a:off x="10373550" y="1673029"/>
              <a:ext cx="136525" cy="147638"/>
            </a:xfrm>
            <a:custGeom>
              <a:avLst/>
              <a:gdLst>
                <a:gd name="T0" fmla="*/ 0 w 86"/>
                <a:gd name="T1" fmla="*/ 66 h 93"/>
                <a:gd name="T2" fmla="*/ 50 w 86"/>
                <a:gd name="T3" fmla="*/ 47 h 93"/>
                <a:gd name="T4" fmla="*/ 0 w 86"/>
                <a:gd name="T5" fmla="*/ 27 h 93"/>
                <a:gd name="T6" fmla="*/ 0 w 86"/>
                <a:gd name="T7" fmla="*/ 0 h 93"/>
                <a:gd name="T8" fmla="*/ 86 w 86"/>
                <a:gd name="T9" fmla="*/ 35 h 93"/>
                <a:gd name="T10" fmla="*/ 86 w 86"/>
                <a:gd name="T11" fmla="*/ 57 h 93"/>
                <a:gd name="T12" fmla="*/ 0 w 86"/>
                <a:gd name="T13" fmla="*/ 93 h 93"/>
                <a:gd name="T14" fmla="*/ 0 w 86"/>
                <a:gd name="T15" fmla="*/ 66 h 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86" h="93">
                  <a:moveTo>
                    <a:pt x="0" y="66"/>
                  </a:moveTo>
                  <a:lnTo>
                    <a:pt x="50" y="47"/>
                  </a:lnTo>
                  <a:lnTo>
                    <a:pt x="0" y="27"/>
                  </a:lnTo>
                  <a:lnTo>
                    <a:pt x="0" y="0"/>
                  </a:lnTo>
                  <a:lnTo>
                    <a:pt x="86" y="35"/>
                  </a:lnTo>
                  <a:lnTo>
                    <a:pt x="86" y="57"/>
                  </a:lnTo>
                  <a:lnTo>
                    <a:pt x="0" y="93"/>
                  </a:lnTo>
                  <a:lnTo>
                    <a:pt x="0" y="66"/>
                  </a:lnTo>
                  <a:close/>
                </a:path>
              </a:pathLst>
            </a:custGeom>
            <a:solidFill>
              <a:srgbClr val="7900BF"/>
            </a:solidFill>
            <a:ln w="9525">
              <a:solidFill>
                <a:srgbClr val="7900BF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FF00"/>
                </a:solidFill>
                <a:effectLst/>
                <a:uLnTx/>
                <a:uFillTx/>
              </a:endParaRPr>
            </a:p>
          </p:txBody>
        </p:sp>
      </p:grpSp>
      <p:sp>
        <p:nvSpPr>
          <p:cNvPr id="5" name="Title 4">
            <a:extLst>
              <a:ext uri="{FF2B5EF4-FFF2-40B4-BE49-F238E27FC236}">
                <a16:creationId xmlns:a16="http://schemas.microsoft.com/office/drawing/2014/main" id="{F684E18E-E26D-4027-8B99-DD9948E7A8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381000"/>
            <a:ext cx="11430000" cy="531978"/>
          </a:xfrm>
        </p:spPr>
        <p:txBody>
          <a:bodyPr>
            <a:normAutofit/>
          </a:bodyPr>
          <a:lstStyle/>
          <a:p>
            <a:r>
              <a:rPr lang="en-US" sz="3200" cap="none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Virtual User Generator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400D49D-B371-4693-9912-63BD6D84CE40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/>
        <p:txBody>
          <a:bodyPr/>
          <a:lstStyle/>
          <a:p>
            <a:fld id="{4F9AC08D-23A9-440E-BCB9-AA1E9877CC38}" type="slidenum">
              <a:rPr lang="en-US" smtClean="0"/>
              <a:pPr/>
              <a:t>11</a:t>
            </a:fld>
            <a:endParaRPr lang="en-US" dirty="0"/>
          </a:p>
        </p:txBody>
      </p:sp>
      <p:sp>
        <p:nvSpPr>
          <p:cNvPr id="10" name="Content Placeholder 7"/>
          <p:cNvSpPr txBox="1">
            <a:spLocks/>
          </p:cNvSpPr>
          <p:nvPr/>
        </p:nvSpPr>
        <p:spPr>
          <a:xfrm>
            <a:off x="381000" y="988654"/>
            <a:ext cx="9445702" cy="2027815"/>
          </a:xfrm>
          <a:prstGeom prst="rect">
            <a:avLst/>
          </a:prstGeom>
        </p:spPr>
        <p:txBody>
          <a:bodyPr vert="horz" lIns="0" tIns="91440" rIns="0" bIns="45720" rtlCol="0">
            <a:normAutofit lnSpcReduction="10000"/>
          </a:bodyPr>
          <a:lstStyle>
            <a:lvl1pPr marL="55561" indent="0" algn="l" defTabSz="914377" rtl="0" eaLnBrk="1" latinLnBrk="0" hangingPunct="1">
              <a:lnSpc>
                <a:spcPct val="85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sz="2800" b="1" kern="1200" cap="none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85744" indent="-230182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14338" indent="-230182" algn="l" defTabSz="914377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Graphik" panose="020B0503030202060203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85783" indent="-171446" algn="l" defTabSz="914377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57229" indent="-177796" algn="l" defTabSz="914377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Graphik" panose="020B0503030202060203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028674" indent="-17303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5561" indent="0" algn="l" defTabSz="914377" rtl="0" eaLnBrk="1" latinLnBrk="0" hangingPunct="1">
              <a:lnSpc>
                <a:spcPct val="90000"/>
              </a:lnSpc>
              <a:spcBef>
                <a:spcPts val="800"/>
              </a:spcBef>
              <a:buFont typeface="Arial" panose="020B0604020202020204" pitchFamily="34" charset="0"/>
              <a:buNone/>
              <a:defRPr sz="1200" b="1" kern="1200" cap="all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7pPr>
            <a:lvl8pPr marL="55561" indent="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5561" indent="0" algn="l" defTabSz="914377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800" dirty="0"/>
              <a:t>What is </a:t>
            </a:r>
            <a:r>
              <a:rPr lang="en-US" sz="1800" dirty="0" err="1"/>
              <a:t>Vugen</a:t>
            </a:r>
            <a:r>
              <a:rPr lang="en-US" sz="1800" dirty="0"/>
              <a:t>?</a:t>
            </a:r>
          </a:p>
          <a:p>
            <a:r>
              <a:rPr lang="en-US" sz="1800" b="0" dirty="0" err="1"/>
              <a:t>VuGen</a:t>
            </a:r>
            <a:r>
              <a:rPr lang="en-US" sz="1800" b="0" dirty="0"/>
              <a:t> or Virtual User Generator is an IDE (Integrated Development Environment) or a rich coding editor.</a:t>
            </a:r>
          </a:p>
          <a:p>
            <a:r>
              <a:rPr lang="en-US" sz="1800" b="0" dirty="0"/>
              <a:t>It is used to replicate System Under Load (SUL) behavior.</a:t>
            </a:r>
          </a:p>
          <a:p>
            <a:r>
              <a:rPr lang="en-US" sz="1800" b="0" dirty="0"/>
              <a:t>It provides a “recording” feature which records communication to and from client and Server in form of a coded script.</a:t>
            </a:r>
          </a:p>
          <a:p>
            <a:pPr marL="512761" indent="-457200">
              <a:buFont typeface="Arial" pitchFamily="34" charset="0"/>
              <a:buChar char="•"/>
            </a:pPr>
            <a:endParaRPr lang="en-US" dirty="0"/>
          </a:p>
        </p:txBody>
      </p:sp>
      <p:pic>
        <p:nvPicPr>
          <p:cNvPr id="6" name="Picture 2" descr="Vugen">
            <a:extLst>
              <a:ext uri="{FF2B5EF4-FFF2-40B4-BE49-F238E27FC236}">
                <a16:creationId xmlns:a16="http://schemas.microsoft.com/office/drawing/2014/main" id="{24665450-4AF5-22C1-5575-871D20B06E1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0999" y="3148257"/>
            <a:ext cx="7831999" cy="31474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9287656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F3605E5D-5A00-41EE-A1CD-803DF3F0A167}"/>
              </a:ext>
            </a:extLst>
          </p:cNvPr>
          <p:cNvGrpSpPr>
            <a:grpSpLocks noChangeAspect="1"/>
          </p:cNvGrpSpPr>
          <p:nvPr/>
        </p:nvGrpSpPr>
        <p:grpSpPr>
          <a:xfrm>
            <a:off x="9826702" y="5979230"/>
            <a:ext cx="2185416" cy="586592"/>
            <a:chOff x="9563100" y="1673029"/>
            <a:chExt cx="1389888" cy="373063"/>
          </a:xfrm>
        </p:grpSpPr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1FDAAE20-8701-4F6F-B157-65F7FC179F5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563100" y="1825994"/>
              <a:ext cx="1389888" cy="220098"/>
            </a:xfrm>
            <a:prstGeom prst="rect">
              <a:avLst/>
            </a:prstGeom>
          </p:spPr>
        </p:pic>
        <p:sp>
          <p:nvSpPr>
            <p:cNvPr id="4" name="Freeform 5">
              <a:extLst>
                <a:ext uri="{FF2B5EF4-FFF2-40B4-BE49-F238E27FC236}">
                  <a16:creationId xmlns:a16="http://schemas.microsoft.com/office/drawing/2014/main" id="{360132F0-E742-436A-BC62-747967D00187}"/>
                </a:ext>
              </a:extLst>
            </p:cNvPr>
            <p:cNvSpPr>
              <a:spLocks/>
            </p:cNvSpPr>
            <p:nvPr/>
          </p:nvSpPr>
          <p:spPr bwMode="auto">
            <a:xfrm>
              <a:off x="10373550" y="1673029"/>
              <a:ext cx="136525" cy="147638"/>
            </a:xfrm>
            <a:custGeom>
              <a:avLst/>
              <a:gdLst>
                <a:gd name="T0" fmla="*/ 0 w 86"/>
                <a:gd name="T1" fmla="*/ 66 h 93"/>
                <a:gd name="T2" fmla="*/ 50 w 86"/>
                <a:gd name="T3" fmla="*/ 47 h 93"/>
                <a:gd name="T4" fmla="*/ 0 w 86"/>
                <a:gd name="T5" fmla="*/ 27 h 93"/>
                <a:gd name="T6" fmla="*/ 0 w 86"/>
                <a:gd name="T7" fmla="*/ 0 h 93"/>
                <a:gd name="T8" fmla="*/ 86 w 86"/>
                <a:gd name="T9" fmla="*/ 35 h 93"/>
                <a:gd name="T10" fmla="*/ 86 w 86"/>
                <a:gd name="T11" fmla="*/ 57 h 93"/>
                <a:gd name="T12" fmla="*/ 0 w 86"/>
                <a:gd name="T13" fmla="*/ 93 h 93"/>
                <a:gd name="T14" fmla="*/ 0 w 86"/>
                <a:gd name="T15" fmla="*/ 66 h 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86" h="93">
                  <a:moveTo>
                    <a:pt x="0" y="66"/>
                  </a:moveTo>
                  <a:lnTo>
                    <a:pt x="50" y="47"/>
                  </a:lnTo>
                  <a:lnTo>
                    <a:pt x="0" y="27"/>
                  </a:lnTo>
                  <a:lnTo>
                    <a:pt x="0" y="0"/>
                  </a:lnTo>
                  <a:lnTo>
                    <a:pt x="86" y="35"/>
                  </a:lnTo>
                  <a:lnTo>
                    <a:pt x="86" y="57"/>
                  </a:lnTo>
                  <a:lnTo>
                    <a:pt x="0" y="93"/>
                  </a:lnTo>
                  <a:lnTo>
                    <a:pt x="0" y="66"/>
                  </a:lnTo>
                  <a:close/>
                </a:path>
              </a:pathLst>
            </a:custGeom>
            <a:solidFill>
              <a:srgbClr val="7900BF"/>
            </a:solidFill>
            <a:ln w="9525">
              <a:solidFill>
                <a:srgbClr val="7900BF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FF00"/>
                </a:solidFill>
                <a:effectLst/>
                <a:uLnTx/>
                <a:uFillTx/>
              </a:endParaRPr>
            </a:p>
          </p:txBody>
        </p:sp>
      </p:grpSp>
      <p:sp>
        <p:nvSpPr>
          <p:cNvPr id="5" name="Title 4">
            <a:extLst>
              <a:ext uri="{FF2B5EF4-FFF2-40B4-BE49-F238E27FC236}">
                <a16:creationId xmlns:a16="http://schemas.microsoft.com/office/drawing/2014/main" id="{F684E18E-E26D-4027-8B99-DD9948E7A8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381000"/>
            <a:ext cx="11430000" cy="531978"/>
          </a:xfrm>
        </p:spPr>
        <p:txBody>
          <a:bodyPr>
            <a:normAutofit/>
          </a:bodyPr>
          <a:lstStyle/>
          <a:p>
            <a:r>
              <a:rPr lang="en-US" sz="3200" cap="none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Virtual User Generator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400D49D-B371-4693-9912-63BD6D84CE40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/>
        <p:txBody>
          <a:bodyPr/>
          <a:lstStyle/>
          <a:p>
            <a:fld id="{4F9AC08D-23A9-440E-BCB9-AA1E9877CC38}" type="slidenum">
              <a:rPr lang="en-US" smtClean="0"/>
              <a:pPr/>
              <a:t>12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DB7A88BC-DE27-B32F-CB67-E056D3D4FA7F}"/>
              </a:ext>
            </a:extLst>
          </p:cNvPr>
          <p:cNvSpPr txBox="1">
            <a:spLocks/>
          </p:cNvSpPr>
          <p:nvPr/>
        </p:nvSpPr>
        <p:spPr>
          <a:xfrm>
            <a:off x="380997" y="2690646"/>
            <a:ext cx="11537734" cy="3195147"/>
          </a:xfrm>
          <a:prstGeom prst="rect">
            <a:avLst/>
          </a:prstGeom>
        </p:spPr>
        <p:txBody>
          <a:bodyPr vert="horz" lIns="0" tIns="91440" rIns="0" bIns="45720" rtlCol="0">
            <a:normAutofit/>
          </a:bodyPr>
          <a:lstStyle>
            <a:lvl1pPr marL="55561" indent="0" algn="l" defTabSz="914377" rtl="0" eaLnBrk="1" latinLnBrk="0" hangingPunct="1">
              <a:lnSpc>
                <a:spcPct val="85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sz="2800" b="1" kern="1200" cap="none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85744" indent="-230182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14338" indent="-230182" algn="l" defTabSz="914377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Graphik" panose="020B0503030202060203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85783" indent="-171446" algn="l" defTabSz="914377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57229" indent="-177796" algn="l" defTabSz="914377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Graphik" panose="020B0503030202060203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028674" indent="-17303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5561" indent="0" algn="l" defTabSz="914377" rtl="0" eaLnBrk="1" latinLnBrk="0" hangingPunct="1">
              <a:lnSpc>
                <a:spcPct val="90000"/>
              </a:lnSpc>
              <a:spcBef>
                <a:spcPts val="800"/>
              </a:spcBef>
              <a:buFont typeface="Arial" panose="020B0604020202020204" pitchFamily="34" charset="0"/>
              <a:buNone/>
              <a:defRPr sz="1200" b="1" kern="1200" cap="all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7pPr>
            <a:lvl8pPr marL="55561" indent="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5561" indent="0" algn="l" defTabSz="914377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1311" indent="-285750">
              <a:buFont typeface="Arial" panose="020B0604020202020204" pitchFamily="34" charset="0"/>
              <a:buChar char="•"/>
            </a:pPr>
            <a:r>
              <a:rPr lang="en-US" sz="1800" dirty="0"/>
              <a:t>Record the Script</a:t>
            </a:r>
            <a:r>
              <a:rPr lang="en-US" sz="1800" b="0" dirty="0"/>
              <a:t>: The first step of scripting where every user action as part of business flow is recorded into a script</a:t>
            </a:r>
          </a:p>
          <a:p>
            <a:pPr marL="341311" indent="-285750">
              <a:buFont typeface="Arial" panose="020B0604020202020204" pitchFamily="34" charset="0"/>
              <a:buChar char="•"/>
            </a:pPr>
            <a:r>
              <a:rPr lang="en-US" sz="1800" dirty="0"/>
              <a:t>Enhance the Script</a:t>
            </a:r>
            <a:r>
              <a:rPr lang="en-US" sz="1800" b="0" dirty="0"/>
              <a:t>: Once recording has been verified, enhance script by adding checkpoints, validating data, adding transactions and rendezvous points.</a:t>
            </a:r>
          </a:p>
          <a:p>
            <a:pPr marL="341311" indent="-285750">
              <a:buFont typeface="Arial" panose="020B0604020202020204" pitchFamily="34" charset="0"/>
              <a:buChar char="•"/>
            </a:pPr>
            <a:r>
              <a:rPr lang="en-US" sz="1800" dirty="0"/>
              <a:t>Replay and Verify</a:t>
            </a:r>
            <a:r>
              <a:rPr lang="en-US" sz="1800" b="0" dirty="0"/>
              <a:t>: As earlier, re-play your script and verify that everything is working as intended.</a:t>
            </a:r>
          </a:p>
          <a:p>
            <a:pPr marL="341311" indent="-285750">
              <a:buFont typeface="Arial" panose="020B0604020202020204" pitchFamily="34" charset="0"/>
              <a:buChar char="•"/>
            </a:pPr>
            <a:r>
              <a:rPr lang="en-US" sz="1800" dirty="0"/>
              <a:t>Configure Runtime Settings</a:t>
            </a:r>
            <a:r>
              <a:rPr lang="en-US" sz="1800" b="0" dirty="0"/>
              <a:t>: Configure and control pacing duration, think time variation, proxy settings and timeout settings.</a:t>
            </a:r>
          </a:p>
          <a:p>
            <a:pPr marL="341311" indent="-285750">
              <a:buFont typeface="Arial" panose="020B0604020202020204" pitchFamily="34" charset="0"/>
              <a:buChar char="•"/>
            </a:pPr>
            <a:r>
              <a:rPr lang="en-US" sz="1800" dirty="0"/>
              <a:t>Use for Load Scenarios</a:t>
            </a:r>
            <a:r>
              <a:rPr lang="en-US" sz="1800" b="0" dirty="0"/>
              <a:t>: Formulate load scenarios based on test objectives. Use load distribution and geo-wide agents to make real like scenarios</a:t>
            </a:r>
          </a:p>
        </p:txBody>
      </p:sp>
      <p:pic>
        <p:nvPicPr>
          <p:cNvPr id="3074" name="Picture 2" descr="Understanding VUGen in LoadRunner">
            <a:extLst>
              <a:ext uri="{FF2B5EF4-FFF2-40B4-BE49-F238E27FC236}">
                <a16:creationId xmlns:a16="http://schemas.microsoft.com/office/drawing/2014/main" id="{51519050-5E4C-DE4B-B48F-4163C887FCB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0998" y="1620556"/>
            <a:ext cx="8591550" cy="8001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itle 4">
            <a:extLst>
              <a:ext uri="{FF2B5EF4-FFF2-40B4-BE49-F238E27FC236}">
                <a16:creationId xmlns:a16="http://schemas.microsoft.com/office/drawing/2014/main" id="{D31B47C7-9120-21DE-1921-109CF0856ABE}"/>
              </a:ext>
            </a:extLst>
          </p:cNvPr>
          <p:cNvSpPr txBox="1">
            <a:spLocks/>
          </p:cNvSpPr>
          <p:nvPr/>
        </p:nvSpPr>
        <p:spPr>
          <a:xfrm>
            <a:off x="381000" y="1098329"/>
            <a:ext cx="4285593" cy="346840"/>
          </a:xfrm>
          <a:prstGeom prst="rect">
            <a:avLst/>
          </a:prstGeom>
        </p:spPr>
        <p:txBody>
          <a:bodyPr vert="horz" lIns="0" tIns="45720" rIns="0" bIns="0" rtlCol="0" anchor="t" anchorCtr="0">
            <a:normAutofit/>
          </a:bodyPr>
          <a:lstStyle>
            <a:lvl1pPr marL="0" indent="0" algn="l" defTabSz="914377" rtl="0" eaLnBrk="1" latinLnBrk="0" hangingPunct="1">
              <a:lnSpc>
                <a:spcPct val="70000"/>
              </a:lnSpc>
              <a:spcBef>
                <a:spcPct val="0"/>
              </a:spcBef>
              <a:buNone/>
              <a:defRPr sz="4000" b="0" kern="1200" cap="all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400" b="1" cap="none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Script development process</a:t>
            </a:r>
          </a:p>
        </p:txBody>
      </p:sp>
    </p:spTree>
    <p:extLst>
      <p:ext uri="{BB962C8B-B14F-4D97-AF65-F5344CB8AC3E}">
        <p14:creationId xmlns:p14="http://schemas.microsoft.com/office/powerpoint/2010/main" val="317045033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F3605E5D-5A00-41EE-A1CD-803DF3F0A167}"/>
              </a:ext>
            </a:extLst>
          </p:cNvPr>
          <p:cNvGrpSpPr>
            <a:grpSpLocks noChangeAspect="1"/>
          </p:cNvGrpSpPr>
          <p:nvPr/>
        </p:nvGrpSpPr>
        <p:grpSpPr>
          <a:xfrm>
            <a:off x="9826702" y="5979230"/>
            <a:ext cx="2185416" cy="586592"/>
            <a:chOff x="9563100" y="1673029"/>
            <a:chExt cx="1389888" cy="373063"/>
          </a:xfrm>
        </p:grpSpPr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1FDAAE20-8701-4F6F-B157-65F7FC179F5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563100" y="1825994"/>
              <a:ext cx="1389888" cy="220098"/>
            </a:xfrm>
            <a:prstGeom prst="rect">
              <a:avLst/>
            </a:prstGeom>
          </p:spPr>
        </p:pic>
        <p:sp>
          <p:nvSpPr>
            <p:cNvPr id="4" name="Freeform 5">
              <a:extLst>
                <a:ext uri="{FF2B5EF4-FFF2-40B4-BE49-F238E27FC236}">
                  <a16:creationId xmlns:a16="http://schemas.microsoft.com/office/drawing/2014/main" id="{360132F0-E742-436A-BC62-747967D00187}"/>
                </a:ext>
              </a:extLst>
            </p:cNvPr>
            <p:cNvSpPr>
              <a:spLocks/>
            </p:cNvSpPr>
            <p:nvPr/>
          </p:nvSpPr>
          <p:spPr bwMode="auto">
            <a:xfrm>
              <a:off x="10373550" y="1673029"/>
              <a:ext cx="136525" cy="147638"/>
            </a:xfrm>
            <a:custGeom>
              <a:avLst/>
              <a:gdLst>
                <a:gd name="T0" fmla="*/ 0 w 86"/>
                <a:gd name="T1" fmla="*/ 66 h 93"/>
                <a:gd name="T2" fmla="*/ 50 w 86"/>
                <a:gd name="T3" fmla="*/ 47 h 93"/>
                <a:gd name="T4" fmla="*/ 0 w 86"/>
                <a:gd name="T5" fmla="*/ 27 h 93"/>
                <a:gd name="T6" fmla="*/ 0 w 86"/>
                <a:gd name="T7" fmla="*/ 0 h 93"/>
                <a:gd name="T8" fmla="*/ 86 w 86"/>
                <a:gd name="T9" fmla="*/ 35 h 93"/>
                <a:gd name="T10" fmla="*/ 86 w 86"/>
                <a:gd name="T11" fmla="*/ 57 h 93"/>
                <a:gd name="T12" fmla="*/ 0 w 86"/>
                <a:gd name="T13" fmla="*/ 93 h 93"/>
                <a:gd name="T14" fmla="*/ 0 w 86"/>
                <a:gd name="T15" fmla="*/ 66 h 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86" h="93">
                  <a:moveTo>
                    <a:pt x="0" y="66"/>
                  </a:moveTo>
                  <a:lnTo>
                    <a:pt x="50" y="47"/>
                  </a:lnTo>
                  <a:lnTo>
                    <a:pt x="0" y="27"/>
                  </a:lnTo>
                  <a:lnTo>
                    <a:pt x="0" y="0"/>
                  </a:lnTo>
                  <a:lnTo>
                    <a:pt x="86" y="35"/>
                  </a:lnTo>
                  <a:lnTo>
                    <a:pt x="86" y="57"/>
                  </a:lnTo>
                  <a:lnTo>
                    <a:pt x="0" y="93"/>
                  </a:lnTo>
                  <a:lnTo>
                    <a:pt x="0" y="66"/>
                  </a:lnTo>
                  <a:close/>
                </a:path>
              </a:pathLst>
            </a:custGeom>
            <a:solidFill>
              <a:srgbClr val="7900BF"/>
            </a:solidFill>
            <a:ln w="9525">
              <a:solidFill>
                <a:srgbClr val="7900BF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FF00"/>
                </a:solidFill>
                <a:effectLst/>
                <a:uLnTx/>
                <a:uFillTx/>
              </a:endParaRPr>
            </a:p>
          </p:txBody>
        </p:sp>
      </p:grpSp>
      <p:sp>
        <p:nvSpPr>
          <p:cNvPr id="5" name="Title 4">
            <a:extLst>
              <a:ext uri="{FF2B5EF4-FFF2-40B4-BE49-F238E27FC236}">
                <a16:creationId xmlns:a16="http://schemas.microsoft.com/office/drawing/2014/main" id="{F684E18E-E26D-4027-8B99-DD9948E7A8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381000"/>
            <a:ext cx="11430000" cy="531978"/>
          </a:xfrm>
        </p:spPr>
        <p:txBody>
          <a:bodyPr>
            <a:normAutofit/>
          </a:bodyPr>
          <a:lstStyle/>
          <a:p>
            <a:r>
              <a:rPr lang="en-US" sz="3200" cap="none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Virtual User Generator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400D49D-B371-4693-9912-63BD6D84CE40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/>
        <p:txBody>
          <a:bodyPr/>
          <a:lstStyle/>
          <a:p>
            <a:fld id="{4F9AC08D-23A9-440E-BCB9-AA1E9877CC38}" type="slidenum">
              <a:rPr lang="en-US" smtClean="0"/>
              <a:pPr/>
              <a:t>13</a:t>
            </a:fld>
            <a:endParaRPr lang="en-US" dirty="0"/>
          </a:p>
        </p:txBody>
      </p:sp>
      <p:sp>
        <p:nvSpPr>
          <p:cNvPr id="10" name="Content Placeholder 7"/>
          <p:cNvSpPr txBox="1">
            <a:spLocks/>
          </p:cNvSpPr>
          <p:nvPr/>
        </p:nvSpPr>
        <p:spPr>
          <a:xfrm>
            <a:off x="583713" y="912977"/>
            <a:ext cx="6223487" cy="5376728"/>
          </a:xfrm>
          <a:prstGeom prst="rect">
            <a:avLst/>
          </a:prstGeom>
        </p:spPr>
        <p:txBody>
          <a:bodyPr vert="horz" lIns="0" tIns="91440" rIns="0" bIns="45720" rtlCol="0">
            <a:normAutofit/>
          </a:bodyPr>
          <a:lstStyle>
            <a:lvl1pPr marL="55561" indent="0" algn="l" defTabSz="914377" rtl="0" eaLnBrk="1" latinLnBrk="0" hangingPunct="1">
              <a:lnSpc>
                <a:spcPct val="85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sz="2800" b="1" kern="1200" cap="none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85744" indent="-230182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14338" indent="-230182" algn="l" defTabSz="914377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Graphik" panose="020B0503030202060203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85783" indent="-171446" algn="l" defTabSz="914377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57229" indent="-177796" algn="l" defTabSz="914377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Graphik" panose="020B0503030202060203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028674" indent="-17303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5561" indent="0" algn="l" defTabSz="914377" rtl="0" eaLnBrk="1" latinLnBrk="0" hangingPunct="1">
              <a:lnSpc>
                <a:spcPct val="90000"/>
              </a:lnSpc>
              <a:spcBef>
                <a:spcPts val="800"/>
              </a:spcBef>
              <a:buFont typeface="Arial" panose="020B0604020202020204" pitchFamily="34" charset="0"/>
              <a:buNone/>
              <a:defRPr sz="1200" b="1" kern="1200" cap="all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7pPr>
            <a:lvl8pPr marL="55561" indent="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5561" indent="0" algn="l" defTabSz="914377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800" dirty="0"/>
              <a:t>Transaction</a:t>
            </a:r>
            <a:r>
              <a:rPr lang="en-US" sz="1800" b="0" dirty="0"/>
              <a:t>: User action such as single click on button, click on link.</a:t>
            </a:r>
          </a:p>
          <a:p>
            <a:pPr>
              <a:lnSpc>
                <a:spcPct val="95000"/>
              </a:lnSpc>
            </a:pPr>
            <a:r>
              <a:rPr lang="en-US" sz="1800" dirty="0"/>
              <a:t>Iteration</a:t>
            </a:r>
            <a:r>
              <a:rPr lang="en-US" sz="1800" b="0" dirty="0"/>
              <a:t>: Set of consecutive actions or transactions </a:t>
            </a:r>
          </a:p>
          <a:p>
            <a:r>
              <a:rPr lang="en-US" sz="1800" dirty="0"/>
              <a:t>Parameterization</a:t>
            </a:r>
            <a:r>
              <a:rPr lang="en-US" sz="1800" b="0" dirty="0"/>
              <a:t>: Mechanism to pass client side / user data e.g. user id, password, search string etc.</a:t>
            </a:r>
          </a:p>
          <a:p>
            <a:r>
              <a:rPr lang="en-US" sz="1800" dirty="0"/>
              <a:t>Correlation</a:t>
            </a:r>
            <a:r>
              <a:rPr lang="en-US" sz="1800" b="0" dirty="0"/>
              <a:t>: Mechanism to handle server side dynamic data e.g. session ID, token ID, order ID etc.</a:t>
            </a:r>
          </a:p>
          <a:p>
            <a:r>
              <a:rPr lang="en-US" sz="1800" dirty="0"/>
              <a:t>Functions</a:t>
            </a:r>
            <a:r>
              <a:rPr lang="en-US" sz="1800" b="0" dirty="0"/>
              <a:t>: </a:t>
            </a:r>
            <a:r>
              <a:rPr lang="en-US" sz="1800" b="0" dirty="0" err="1"/>
              <a:t>Vugen</a:t>
            </a:r>
            <a:r>
              <a:rPr lang="en-US" sz="1800" b="0" dirty="0"/>
              <a:t> provides a great number of functions to be used to enhance the script. Few examples are as below</a:t>
            </a:r>
          </a:p>
          <a:p>
            <a:pPr marL="341311" indent="-285750">
              <a:buFont typeface="Arial" panose="020B0604020202020204" pitchFamily="34" charset="0"/>
              <a:buChar char="•"/>
            </a:pPr>
            <a:r>
              <a:rPr lang="en-US" sz="1400" b="0" dirty="0" err="1"/>
              <a:t>lr_start_transaction</a:t>
            </a:r>
            <a:endParaRPr lang="en-US" sz="1400" b="0" dirty="0"/>
          </a:p>
          <a:p>
            <a:pPr marL="341311" indent="-285750">
              <a:buFont typeface="Arial" panose="020B0604020202020204" pitchFamily="34" charset="0"/>
              <a:buChar char="•"/>
            </a:pPr>
            <a:r>
              <a:rPr lang="en-US" sz="1400" b="0" dirty="0" err="1"/>
              <a:t>lr_end_transaction</a:t>
            </a:r>
            <a:endParaRPr lang="en-US" sz="1400" b="0" dirty="0"/>
          </a:p>
          <a:p>
            <a:pPr marL="341311" indent="-285750">
              <a:buFont typeface="Arial" panose="020B0604020202020204" pitchFamily="34" charset="0"/>
              <a:buChar char="•"/>
            </a:pPr>
            <a:r>
              <a:rPr lang="en-US" sz="1400" b="0" dirty="0" err="1"/>
              <a:t>lr_eval_string</a:t>
            </a:r>
            <a:endParaRPr lang="en-US" sz="1400" b="0" dirty="0"/>
          </a:p>
          <a:p>
            <a:pPr marL="341311" indent="-285750">
              <a:buFont typeface="Arial" panose="020B0604020202020204" pitchFamily="34" charset="0"/>
              <a:buChar char="•"/>
            </a:pPr>
            <a:r>
              <a:rPr lang="en-US" sz="1400" b="0" dirty="0" err="1"/>
              <a:t>lr_save_string</a:t>
            </a:r>
            <a:endParaRPr lang="en-US" sz="1400" b="0" dirty="0"/>
          </a:p>
          <a:p>
            <a:pPr marL="341311" indent="-285750">
              <a:buFont typeface="Arial" panose="020B0604020202020204" pitchFamily="34" charset="0"/>
              <a:buChar char="•"/>
            </a:pPr>
            <a:r>
              <a:rPr lang="en-US" sz="1400" b="0" dirty="0" err="1"/>
              <a:t>lr_think_time</a:t>
            </a:r>
            <a:endParaRPr lang="en-US" sz="1400" b="0" dirty="0"/>
          </a:p>
          <a:p>
            <a:pPr marL="341311" indent="-285750">
              <a:buFont typeface="Arial" panose="020B0604020202020204" pitchFamily="34" charset="0"/>
              <a:buChar char="•"/>
            </a:pPr>
            <a:r>
              <a:rPr lang="en-US" sz="1400" b="0" dirty="0" err="1"/>
              <a:t>web_reg_save_param</a:t>
            </a:r>
            <a:r>
              <a:rPr lang="en-US" sz="1400" b="0" dirty="0"/>
              <a:t>()</a:t>
            </a:r>
          </a:p>
          <a:p>
            <a:pPr marL="341311" indent="-285750">
              <a:buFont typeface="Arial" panose="020B0604020202020204" pitchFamily="34" charset="0"/>
              <a:buChar char="•"/>
            </a:pPr>
            <a:r>
              <a:rPr lang="en-US" sz="1400" b="0" dirty="0" err="1"/>
              <a:t>web_reg_find</a:t>
            </a:r>
            <a:r>
              <a:rPr lang="en-US" sz="1400" b="0" dirty="0"/>
              <a:t>()</a:t>
            </a:r>
          </a:p>
          <a:p>
            <a:endParaRPr lang="en-US" sz="1800" b="0" dirty="0"/>
          </a:p>
          <a:p>
            <a:pPr marL="512761" indent="-457200">
              <a:buFont typeface="Arial" pitchFamily="34" charset="0"/>
              <a:buChar char="•"/>
            </a:pPr>
            <a:endParaRPr lang="en-US" sz="1800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63868" y="851897"/>
            <a:ext cx="4644419" cy="500281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39363433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F3605E5D-5A00-41EE-A1CD-803DF3F0A167}"/>
              </a:ext>
            </a:extLst>
          </p:cNvPr>
          <p:cNvGrpSpPr>
            <a:grpSpLocks noChangeAspect="1"/>
          </p:cNvGrpSpPr>
          <p:nvPr/>
        </p:nvGrpSpPr>
        <p:grpSpPr>
          <a:xfrm>
            <a:off x="9826702" y="5979230"/>
            <a:ext cx="2185416" cy="586592"/>
            <a:chOff x="9563100" y="1673029"/>
            <a:chExt cx="1389888" cy="373063"/>
          </a:xfrm>
        </p:grpSpPr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1FDAAE20-8701-4F6F-B157-65F7FC179F5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563100" y="1825994"/>
              <a:ext cx="1389888" cy="220098"/>
            </a:xfrm>
            <a:prstGeom prst="rect">
              <a:avLst/>
            </a:prstGeom>
          </p:spPr>
        </p:pic>
        <p:sp>
          <p:nvSpPr>
            <p:cNvPr id="4" name="Freeform 5">
              <a:extLst>
                <a:ext uri="{FF2B5EF4-FFF2-40B4-BE49-F238E27FC236}">
                  <a16:creationId xmlns:a16="http://schemas.microsoft.com/office/drawing/2014/main" id="{360132F0-E742-436A-BC62-747967D00187}"/>
                </a:ext>
              </a:extLst>
            </p:cNvPr>
            <p:cNvSpPr>
              <a:spLocks/>
            </p:cNvSpPr>
            <p:nvPr/>
          </p:nvSpPr>
          <p:spPr bwMode="auto">
            <a:xfrm>
              <a:off x="10373550" y="1673029"/>
              <a:ext cx="136525" cy="147638"/>
            </a:xfrm>
            <a:custGeom>
              <a:avLst/>
              <a:gdLst>
                <a:gd name="T0" fmla="*/ 0 w 86"/>
                <a:gd name="T1" fmla="*/ 66 h 93"/>
                <a:gd name="T2" fmla="*/ 50 w 86"/>
                <a:gd name="T3" fmla="*/ 47 h 93"/>
                <a:gd name="T4" fmla="*/ 0 w 86"/>
                <a:gd name="T5" fmla="*/ 27 h 93"/>
                <a:gd name="T6" fmla="*/ 0 w 86"/>
                <a:gd name="T7" fmla="*/ 0 h 93"/>
                <a:gd name="T8" fmla="*/ 86 w 86"/>
                <a:gd name="T9" fmla="*/ 35 h 93"/>
                <a:gd name="T10" fmla="*/ 86 w 86"/>
                <a:gd name="T11" fmla="*/ 57 h 93"/>
                <a:gd name="T12" fmla="*/ 0 w 86"/>
                <a:gd name="T13" fmla="*/ 93 h 93"/>
                <a:gd name="T14" fmla="*/ 0 w 86"/>
                <a:gd name="T15" fmla="*/ 66 h 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86" h="93">
                  <a:moveTo>
                    <a:pt x="0" y="66"/>
                  </a:moveTo>
                  <a:lnTo>
                    <a:pt x="50" y="47"/>
                  </a:lnTo>
                  <a:lnTo>
                    <a:pt x="0" y="27"/>
                  </a:lnTo>
                  <a:lnTo>
                    <a:pt x="0" y="0"/>
                  </a:lnTo>
                  <a:lnTo>
                    <a:pt x="86" y="35"/>
                  </a:lnTo>
                  <a:lnTo>
                    <a:pt x="86" y="57"/>
                  </a:lnTo>
                  <a:lnTo>
                    <a:pt x="0" y="93"/>
                  </a:lnTo>
                  <a:lnTo>
                    <a:pt x="0" y="66"/>
                  </a:lnTo>
                  <a:close/>
                </a:path>
              </a:pathLst>
            </a:custGeom>
            <a:solidFill>
              <a:srgbClr val="7900BF"/>
            </a:solidFill>
            <a:ln w="9525">
              <a:solidFill>
                <a:srgbClr val="7900BF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FF00"/>
                </a:solidFill>
                <a:effectLst/>
                <a:uLnTx/>
                <a:uFillTx/>
              </a:endParaRPr>
            </a:p>
          </p:txBody>
        </p:sp>
      </p:grpSp>
      <p:sp>
        <p:nvSpPr>
          <p:cNvPr id="5" name="Title 4">
            <a:extLst>
              <a:ext uri="{FF2B5EF4-FFF2-40B4-BE49-F238E27FC236}">
                <a16:creationId xmlns:a16="http://schemas.microsoft.com/office/drawing/2014/main" id="{F684E18E-E26D-4027-8B99-DD9948E7A8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381000"/>
            <a:ext cx="11430000" cy="531978"/>
          </a:xfrm>
        </p:spPr>
        <p:txBody>
          <a:bodyPr>
            <a:normAutofit/>
          </a:bodyPr>
          <a:lstStyle/>
          <a:p>
            <a:r>
              <a:rPr lang="en-US" sz="3200" cap="none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Virtual User Generator </a:t>
            </a:r>
            <a:endParaRPr lang="en-US" sz="1800" cap="none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400D49D-B371-4693-9912-63BD6D84CE40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/>
        <p:txBody>
          <a:bodyPr/>
          <a:lstStyle/>
          <a:p>
            <a:fld id="{4F9AC08D-23A9-440E-BCB9-AA1E9877CC38}" type="slidenum">
              <a:rPr lang="en-US" smtClean="0"/>
              <a:pPr/>
              <a:t>14</a:t>
            </a:fld>
            <a:endParaRPr lang="en-US" dirty="0"/>
          </a:p>
        </p:txBody>
      </p:sp>
      <p:sp>
        <p:nvSpPr>
          <p:cNvPr id="10" name="Content Placeholder 7"/>
          <p:cNvSpPr txBox="1">
            <a:spLocks/>
          </p:cNvSpPr>
          <p:nvPr/>
        </p:nvSpPr>
        <p:spPr>
          <a:xfrm>
            <a:off x="583713" y="912977"/>
            <a:ext cx="6223487" cy="5306770"/>
          </a:xfrm>
          <a:prstGeom prst="rect">
            <a:avLst/>
          </a:prstGeom>
        </p:spPr>
        <p:txBody>
          <a:bodyPr vert="horz" lIns="0" tIns="91440" rIns="0" bIns="45720" rtlCol="0">
            <a:normAutofit/>
          </a:bodyPr>
          <a:lstStyle>
            <a:lvl1pPr marL="55561" indent="0" algn="l" defTabSz="914377" rtl="0" eaLnBrk="1" latinLnBrk="0" hangingPunct="1">
              <a:lnSpc>
                <a:spcPct val="85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sz="2800" b="1" kern="1200" cap="none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85744" indent="-230182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14338" indent="-230182" algn="l" defTabSz="914377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Graphik" panose="020B0503030202060203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85783" indent="-171446" algn="l" defTabSz="914377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57229" indent="-177796" algn="l" defTabSz="914377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Graphik" panose="020B0503030202060203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028674" indent="-17303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5561" indent="0" algn="l" defTabSz="914377" rtl="0" eaLnBrk="1" latinLnBrk="0" hangingPunct="1">
              <a:lnSpc>
                <a:spcPct val="90000"/>
              </a:lnSpc>
              <a:spcBef>
                <a:spcPts val="800"/>
              </a:spcBef>
              <a:buFont typeface="Arial" panose="020B0604020202020204" pitchFamily="34" charset="0"/>
              <a:buNone/>
              <a:defRPr sz="1200" b="1" kern="1200" cap="all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7pPr>
            <a:lvl8pPr marL="55561" indent="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5561" indent="0" algn="l" defTabSz="914377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95000"/>
              </a:lnSpc>
            </a:pPr>
            <a:r>
              <a:rPr lang="en-US" sz="2000" dirty="0"/>
              <a:t>Run-time Settings</a:t>
            </a:r>
            <a:endParaRPr lang="en-US" b="0" dirty="0"/>
          </a:p>
          <a:p>
            <a:pPr>
              <a:lnSpc>
                <a:spcPct val="95000"/>
              </a:lnSpc>
            </a:pPr>
            <a:r>
              <a:rPr lang="en-US" sz="2000" b="0" dirty="0"/>
              <a:t>Settings of number of iterations, pacing, think time, logs, proxy setting &amp; many more</a:t>
            </a:r>
          </a:p>
          <a:p>
            <a:pPr marL="569911" indent="-514350">
              <a:lnSpc>
                <a:spcPct val="95000"/>
              </a:lnSpc>
              <a:buFont typeface="Arial" pitchFamily="34" charset="0"/>
              <a:buChar char="•"/>
            </a:pPr>
            <a:r>
              <a:rPr lang="en-US" sz="2000" dirty="0"/>
              <a:t>Run-Logic</a:t>
            </a:r>
            <a:r>
              <a:rPr lang="en-US" b="0" dirty="0"/>
              <a:t>: </a:t>
            </a:r>
            <a:r>
              <a:rPr lang="en-US" sz="2000" b="0" dirty="0"/>
              <a:t>Way of executing script</a:t>
            </a:r>
          </a:p>
          <a:p>
            <a:pPr marL="569911" indent="-514350">
              <a:lnSpc>
                <a:spcPct val="95000"/>
              </a:lnSpc>
              <a:buFont typeface="Arial" pitchFamily="34" charset="0"/>
              <a:buChar char="•"/>
            </a:pPr>
            <a:r>
              <a:rPr lang="en-US" sz="2000" dirty="0"/>
              <a:t>Pacing</a:t>
            </a:r>
            <a:r>
              <a:rPr lang="en-US" b="0" dirty="0"/>
              <a:t>: </a:t>
            </a:r>
            <a:r>
              <a:rPr lang="en-US" sz="2000" b="0" dirty="0"/>
              <a:t>Wait time between iteration</a:t>
            </a:r>
          </a:p>
          <a:p>
            <a:pPr marL="569911" indent="-514350">
              <a:lnSpc>
                <a:spcPct val="95000"/>
              </a:lnSpc>
              <a:buFont typeface="Arial" pitchFamily="34" charset="0"/>
              <a:buChar char="•"/>
            </a:pPr>
            <a:r>
              <a:rPr lang="en-US" sz="2000" dirty="0"/>
              <a:t>Log</a:t>
            </a:r>
            <a:r>
              <a:rPr lang="en-US" b="0" dirty="0"/>
              <a:t>: </a:t>
            </a:r>
            <a:r>
              <a:rPr lang="en-US" sz="2000" b="0" dirty="0"/>
              <a:t>Setting Logging levels</a:t>
            </a:r>
          </a:p>
          <a:p>
            <a:pPr marL="569911" indent="-514350">
              <a:lnSpc>
                <a:spcPct val="95000"/>
              </a:lnSpc>
              <a:buFont typeface="Arial" pitchFamily="34" charset="0"/>
              <a:buChar char="•"/>
            </a:pPr>
            <a:r>
              <a:rPr lang="en-US" sz="2000" dirty="0"/>
              <a:t>Think time</a:t>
            </a:r>
            <a:r>
              <a:rPr lang="en-US" b="0" dirty="0"/>
              <a:t>: </a:t>
            </a:r>
            <a:r>
              <a:rPr lang="en-US" sz="2000" b="0" dirty="0"/>
              <a:t>Wait time between transaction </a:t>
            </a:r>
          </a:p>
          <a:p>
            <a:pPr marL="569911" indent="-514350">
              <a:lnSpc>
                <a:spcPct val="95000"/>
              </a:lnSpc>
              <a:buFont typeface="Arial" pitchFamily="34" charset="0"/>
              <a:buChar char="•"/>
            </a:pPr>
            <a:r>
              <a:rPr lang="en-US" sz="2000" dirty="0"/>
              <a:t>Browser Emulation</a:t>
            </a:r>
            <a:r>
              <a:rPr lang="en-US" b="0" dirty="0"/>
              <a:t>: </a:t>
            </a:r>
            <a:r>
              <a:rPr lang="en-US" sz="2000" b="0" dirty="0"/>
              <a:t>Uses browser string to simulate the requests</a:t>
            </a:r>
          </a:p>
          <a:p>
            <a:pPr marL="569911" indent="-514350">
              <a:lnSpc>
                <a:spcPct val="95000"/>
              </a:lnSpc>
              <a:buFont typeface="Arial" pitchFamily="34" charset="0"/>
              <a:buChar char="•"/>
            </a:pPr>
            <a:r>
              <a:rPr lang="en-US" sz="2000" dirty="0"/>
              <a:t>Proxy:</a:t>
            </a:r>
            <a:r>
              <a:rPr lang="en-US" b="0" dirty="0"/>
              <a:t> </a:t>
            </a:r>
            <a:r>
              <a:rPr lang="en-US" sz="2000" b="0" dirty="0"/>
              <a:t>Used for running script via a proxy address</a:t>
            </a:r>
            <a:endParaRPr lang="en-US" b="0" dirty="0"/>
          </a:p>
          <a:p>
            <a:pPr marL="512761" indent="-457200">
              <a:buFont typeface="Arial" pitchFamily="34" charset="0"/>
              <a:buChar char="•"/>
            </a:pPr>
            <a:endParaRPr lang="en-US" b="0" dirty="0"/>
          </a:p>
          <a:p>
            <a:pPr marL="512761" indent="-457200">
              <a:buFont typeface="Arial" pitchFamily="34" charset="0"/>
              <a:buChar char="•"/>
            </a:pPr>
            <a:endParaRPr lang="en-US" dirty="0"/>
          </a:p>
        </p:txBody>
      </p:sp>
      <p:pic>
        <p:nvPicPr>
          <p:cNvPr id="8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95090" y="802140"/>
            <a:ext cx="5317028" cy="50977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00457949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F3605E5D-5A00-41EE-A1CD-803DF3F0A167}"/>
              </a:ext>
            </a:extLst>
          </p:cNvPr>
          <p:cNvGrpSpPr>
            <a:grpSpLocks noChangeAspect="1"/>
          </p:cNvGrpSpPr>
          <p:nvPr/>
        </p:nvGrpSpPr>
        <p:grpSpPr>
          <a:xfrm>
            <a:off x="9826702" y="5979230"/>
            <a:ext cx="2185416" cy="586592"/>
            <a:chOff x="9563100" y="1673029"/>
            <a:chExt cx="1389888" cy="373063"/>
          </a:xfrm>
        </p:grpSpPr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1FDAAE20-8701-4F6F-B157-65F7FC179F5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563100" y="1825994"/>
              <a:ext cx="1389888" cy="220098"/>
            </a:xfrm>
            <a:prstGeom prst="rect">
              <a:avLst/>
            </a:prstGeom>
          </p:spPr>
        </p:pic>
        <p:sp>
          <p:nvSpPr>
            <p:cNvPr id="4" name="Freeform 5">
              <a:extLst>
                <a:ext uri="{FF2B5EF4-FFF2-40B4-BE49-F238E27FC236}">
                  <a16:creationId xmlns:a16="http://schemas.microsoft.com/office/drawing/2014/main" id="{360132F0-E742-436A-BC62-747967D00187}"/>
                </a:ext>
              </a:extLst>
            </p:cNvPr>
            <p:cNvSpPr>
              <a:spLocks/>
            </p:cNvSpPr>
            <p:nvPr/>
          </p:nvSpPr>
          <p:spPr bwMode="auto">
            <a:xfrm>
              <a:off x="10373550" y="1673029"/>
              <a:ext cx="136525" cy="147638"/>
            </a:xfrm>
            <a:custGeom>
              <a:avLst/>
              <a:gdLst>
                <a:gd name="T0" fmla="*/ 0 w 86"/>
                <a:gd name="T1" fmla="*/ 66 h 93"/>
                <a:gd name="T2" fmla="*/ 50 w 86"/>
                <a:gd name="T3" fmla="*/ 47 h 93"/>
                <a:gd name="T4" fmla="*/ 0 w 86"/>
                <a:gd name="T5" fmla="*/ 27 h 93"/>
                <a:gd name="T6" fmla="*/ 0 w 86"/>
                <a:gd name="T7" fmla="*/ 0 h 93"/>
                <a:gd name="T8" fmla="*/ 86 w 86"/>
                <a:gd name="T9" fmla="*/ 35 h 93"/>
                <a:gd name="T10" fmla="*/ 86 w 86"/>
                <a:gd name="T11" fmla="*/ 57 h 93"/>
                <a:gd name="T12" fmla="*/ 0 w 86"/>
                <a:gd name="T13" fmla="*/ 93 h 93"/>
                <a:gd name="T14" fmla="*/ 0 w 86"/>
                <a:gd name="T15" fmla="*/ 66 h 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86" h="93">
                  <a:moveTo>
                    <a:pt x="0" y="66"/>
                  </a:moveTo>
                  <a:lnTo>
                    <a:pt x="50" y="47"/>
                  </a:lnTo>
                  <a:lnTo>
                    <a:pt x="0" y="27"/>
                  </a:lnTo>
                  <a:lnTo>
                    <a:pt x="0" y="0"/>
                  </a:lnTo>
                  <a:lnTo>
                    <a:pt x="86" y="35"/>
                  </a:lnTo>
                  <a:lnTo>
                    <a:pt x="86" y="57"/>
                  </a:lnTo>
                  <a:lnTo>
                    <a:pt x="0" y="93"/>
                  </a:lnTo>
                  <a:lnTo>
                    <a:pt x="0" y="66"/>
                  </a:lnTo>
                  <a:close/>
                </a:path>
              </a:pathLst>
            </a:custGeom>
            <a:solidFill>
              <a:srgbClr val="7900BF"/>
            </a:solidFill>
            <a:ln w="9525">
              <a:solidFill>
                <a:srgbClr val="7900BF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FF00"/>
                </a:solidFill>
                <a:effectLst/>
                <a:uLnTx/>
                <a:uFillTx/>
              </a:endParaRPr>
            </a:p>
          </p:txBody>
        </p:sp>
      </p:grpSp>
      <p:sp>
        <p:nvSpPr>
          <p:cNvPr id="5" name="Title 4">
            <a:extLst>
              <a:ext uri="{FF2B5EF4-FFF2-40B4-BE49-F238E27FC236}">
                <a16:creationId xmlns:a16="http://schemas.microsoft.com/office/drawing/2014/main" id="{3C5B04AC-E915-42FD-A6F5-ED1F5CD0DE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84745" y="462456"/>
            <a:ext cx="1422510" cy="609599"/>
          </a:xfrm>
        </p:spPr>
        <p:txBody>
          <a:bodyPr>
            <a:normAutofit/>
          </a:bodyPr>
          <a:lstStyle/>
          <a:p>
            <a:r>
              <a:rPr lang="en-US" sz="4400" cap="none" dirty="0">
                <a:solidFill>
                  <a:srgbClr val="92D050"/>
                </a:solidFill>
              </a:rPr>
              <a:t>Q&amp;A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7BF781D-B935-45B5-8976-21EE6DFCB7B1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4F9AC08D-23A9-440E-BCB9-AA1E9877CC38}" type="slidenum">
              <a:rPr lang="en-US" smtClean="0"/>
              <a:pPr/>
              <a:t>15</a:t>
            </a:fld>
            <a:endParaRPr lang="en-US" dirty="0"/>
          </a:p>
        </p:txBody>
      </p:sp>
      <p:sp>
        <p:nvSpPr>
          <p:cNvPr id="6" name="Title 4">
            <a:extLst>
              <a:ext uri="{FF2B5EF4-FFF2-40B4-BE49-F238E27FC236}">
                <a16:creationId xmlns:a16="http://schemas.microsoft.com/office/drawing/2014/main" id="{98E9F983-B0C1-6EAE-28B0-6CFF0CE009F8}"/>
              </a:ext>
            </a:extLst>
          </p:cNvPr>
          <p:cNvSpPr txBox="1">
            <a:spLocks/>
          </p:cNvSpPr>
          <p:nvPr/>
        </p:nvSpPr>
        <p:spPr>
          <a:xfrm>
            <a:off x="714703" y="1807780"/>
            <a:ext cx="10600993" cy="539138"/>
          </a:xfrm>
          <a:prstGeom prst="rect">
            <a:avLst/>
          </a:prstGeom>
        </p:spPr>
        <p:txBody>
          <a:bodyPr vert="horz" lIns="0" tIns="45720" rIns="0" bIns="0" rtlCol="0" anchor="t" anchorCtr="0">
            <a:normAutofit/>
          </a:bodyPr>
          <a:lstStyle>
            <a:lvl1pPr marL="0" indent="0" algn="l" defTabSz="914377" rtl="0" eaLnBrk="1" latinLnBrk="0" hangingPunct="1">
              <a:lnSpc>
                <a:spcPct val="70000"/>
              </a:lnSpc>
              <a:spcBef>
                <a:spcPct val="0"/>
              </a:spcBef>
              <a:buNone/>
              <a:defRPr sz="4000" b="0" kern="1200" cap="all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000" cap="none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Which function is used to identify a text on response in </a:t>
            </a:r>
            <a:r>
              <a:rPr lang="en-US" sz="2000" cap="none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vugen</a:t>
            </a:r>
            <a:r>
              <a:rPr lang="en-US" sz="2000" cap="none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?</a:t>
            </a:r>
          </a:p>
          <a:p>
            <a:endParaRPr lang="en-US" sz="2400" cap="none" dirty="0">
              <a:solidFill>
                <a:schemeClr val="accent1">
                  <a:lumMod val="75000"/>
                </a:schemeClr>
              </a:solidFill>
              <a:latin typeface="+mn-lt"/>
            </a:endParaRPr>
          </a:p>
        </p:txBody>
      </p:sp>
      <p:sp>
        <p:nvSpPr>
          <p:cNvPr id="8" name="Title 4">
            <a:extLst>
              <a:ext uri="{FF2B5EF4-FFF2-40B4-BE49-F238E27FC236}">
                <a16:creationId xmlns:a16="http://schemas.microsoft.com/office/drawing/2014/main" id="{92EC1F57-DE41-7A22-F1F9-D0C2DCB1E616}"/>
              </a:ext>
            </a:extLst>
          </p:cNvPr>
          <p:cNvSpPr txBox="1">
            <a:spLocks/>
          </p:cNvSpPr>
          <p:nvPr/>
        </p:nvSpPr>
        <p:spPr>
          <a:xfrm>
            <a:off x="714702" y="2117599"/>
            <a:ext cx="3563007" cy="1256223"/>
          </a:xfrm>
          <a:prstGeom prst="rect">
            <a:avLst/>
          </a:prstGeom>
        </p:spPr>
        <p:txBody>
          <a:bodyPr vert="horz" lIns="0" tIns="45720" rIns="0" bIns="0" rtlCol="0" anchor="t" anchorCtr="0">
            <a:normAutofit/>
          </a:bodyPr>
          <a:lstStyle>
            <a:lvl1pPr marL="0" indent="0" algn="l" defTabSz="914377" rtl="0" eaLnBrk="1" latinLnBrk="0" hangingPunct="1">
              <a:lnSpc>
                <a:spcPct val="70000"/>
              </a:lnSpc>
              <a:spcBef>
                <a:spcPct val="0"/>
              </a:spcBef>
              <a:buNone/>
              <a:defRPr sz="4000" b="0" kern="1200" cap="all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457200" indent="-457200">
              <a:lnSpc>
                <a:spcPct val="100000"/>
              </a:lnSpc>
              <a:buAutoNum type="alphaUcPeriod"/>
            </a:pPr>
            <a:r>
              <a:rPr lang="en-US" sz="1600" cap="none" dirty="0" err="1">
                <a:solidFill>
                  <a:srgbClr val="BD001D"/>
                </a:solidFill>
                <a:latin typeface="+mn-lt"/>
              </a:rPr>
              <a:t>web_reg_save_param</a:t>
            </a:r>
            <a:r>
              <a:rPr lang="en-US" sz="1600" cap="none" dirty="0">
                <a:solidFill>
                  <a:srgbClr val="BD001D"/>
                </a:solidFill>
                <a:latin typeface="+mn-lt"/>
              </a:rPr>
              <a:t>()</a:t>
            </a:r>
          </a:p>
          <a:p>
            <a:pPr marL="457200" indent="-457200">
              <a:lnSpc>
                <a:spcPct val="100000"/>
              </a:lnSpc>
              <a:buAutoNum type="alphaUcPeriod"/>
            </a:pPr>
            <a:r>
              <a:rPr lang="en-US" sz="1600" cap="none" dirty="0" err="1">
                <a:solidFill>
                  <a:srgbClr val="BD001D"/>
                </a:solidFill>
                <a:latin typeface="+mn-lt"/>
              </a:rPr>
              <a:t>web_reg_find</a:t>
            </a:r>
            <a:r>
              <a:rPr lang="en-US" sz="1600" cap="none" dirty="0">
                <a:solidFill>
                  <a:srgbClr val="BD001D"/>
                </a:solidFill>
                <a:latin typeface="+mn-lt"/>
              </a:rPr>
              <a:t>()</a:t>
            </a:r>
          </a:p>
          <a:p>
            <a:pPr marL="457200" indent="-457200">
              <a:lnSpc>
                <a:spcPct val="100000"/>
              </a:lnSpc>
              <a:buAutoNum type="alphaUcPeriod"/>
            </a:pPr>
            <a:r>
              <a:rPr lang="en-US" sz="1600" cap="none" dirty="0" err="1">
                <a:solidFill>
                  <a:srgbClr val="BD001D"/>
                </a:solidFill>
                <a:latin typeface="+mn-lt"/>
              </a:rPr>
              <a:t>web_set_user</a:t>
            </a:r>
            <a:r>
              <a:rPr lang="en-US" sz="1600" cap="none" dirty="0">
                <a:solidFill>
                  <a:srgbClr val="BD001D"/>
                </a:solidFill>
                <a:latin typeface="+mn-lt"/>
              </a:rPr>
              <a:t>()</a:t>
            </a:r>
          </a:p>
          <a:p>
            <a:pPr marL="457200" indent="-457200">
              <a:lnSpc>
                <a:spcPct val="100000"/>
              </a:lnSpc>
              <a:buAutoNum type="alphaUcPeriod"/>
            </a:pPr>
            <a:r>
              <a:rPr lang="en-US" sz="1600" cap="none" dirty="0" err="1">
                <a:solidFill>
                  <a:srgbClr val="BD001D"/>
                </a:solidFill>
                <a:latin typeface="+mn-lt"/>
              </a:rPr>
              <a:t>web_set_max_html_param_len</a:t>
            </a:r>
            <a:r>
              <a:rPr lang="en-US" sz="1600" cap="none" dirty="0">
                <a:solidFill>
                  <a:srgbClr val="BD001D"/>
                </a:solidFill>
                <a:latin typeface="+mn-lt"/>
              </a:rPr>
              <a:t>()</a:t>
            </a:r>
          </a:p>
          <a:p>
            <a:endParaRPr lang="en-US" sz="2000" cap="none" dirty="0">
              <a:solidFill>
                <a:srgbClr val="BD001D"/>
              </a:solidFill>
              <a:latin typeface="+mn-lt"/>
            </a:endParaRPr>
          </a:p>
        </p:txBody>
      </p:sp>
      <p:pic>
        <p:nvPicPr>
          <p:cNvPr id="10" name="Graphic 9" descr="Help with solid fill">
            <a:extLst>
              <a:ext uri="{FF2B5EF4-FFF2-40B4-BE49-F238E27FC236}">
                <a16:creationId xmlns:a16="http://schemas.microsoft.com/office/drawing/2014/main" id="{39F7EE4F-7804-7F81-5338-C11A033D30C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049002" y="93202"/>
            <a:ext cx="914400" cy="914400"/>
          </a:xfrm>
          <a:prstGeom prst="rect">
            <a:avLst/>
          </a:prstGeom>
        </p:spPr>
      </p:pic>
      <p:sp>
        <p:nvSpPr>
          <p:cNvPr id="11" name="Title 4">
            <a:extLst>
              <a:ext uri="{FF2B5EF4-FFF2-40B4-BE49-F238E27FC236}">
                <a16:creationId xmlns:a16="http://schemas.microsoft.com/office/drawing/2014/main" id="{C929C038-E2E2-3D12-C8D1-A849820F5560}"/>
              </a:ext>
            </a:extLst>
          </p:cNvPr>
          <p:cNvSpPr txBox="1">
            <a:spLocks/>
          </p:cNvSpPr>
          <p:nvPr/>
        </p:nvSpPr>
        <p:spPr>
          <a:xfrm>
            <a:off x="714702" y="3809761"/>
            <a:ext cx="10600993" cy="539138"/>
          </a:xfrm>
          <a:prstGeom prst="rect">
            <a:avLst/>
          </a:prstGeom>
        </p:spPr>
        <p:txBody>
          <a:bodyPr vert="horz" lIns="0" tIns="45720" rIns="0" bIns="0" rtlCol="0" anchor="t" anchorCtr="0">
            <a:normAutofit/>
          </a:bodyPr>
          <a:lstStyle>
            <a:lvl1pPr marL="0" indent="0" algn="l" defTabSz="914377" rtl="0" eaLnBrk="1" latinLnBrk="0" hangingPunct="1">
              <a:lnSpc>
                <a:spcPct val="70000"/>
              </a:lnSpc>
              <a:spcBef>
                <a:spcPct val="0"/>
              </a:spcBef>
              <a:buNone/>
              <a:defRPr sz="4000" b="0" kern="1200" cap="all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000" cap="none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Where can we set value for time between two iterations in </a:t>
            </a:r>
            <a:r>
              <a:rPr lang="en-US" sz="2000" cap="none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vugen</a:t>
            </a:r>
            <a:r>
              <a:rPr lang="en-US" sz="2000" cap="none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?</a:t>
            </a:r>
          </a:p>
          <a:p>
            <a:endParaRPr lang="en-US" sz="2400" cap="none" dirty="0">
              <a:solidFill>
                <a:schemeClr val="accent1">
                  <a:lumMod val="75000"/>
                </a:schemeClr>
              </a:solidFill>
              <a:latin typeface="+mn-lt"/>
            </a:endParaRPr>
          </a:p>
        </p:txBody>
      </p:sp>
      <p:sp>
        <p:nvSpPr>
          <p:cNvPr id="12" name="Title 4">
            <a:extLst>
              <a:ext uri="{FF2B5EF4-FFF2-40B4-BE49-F238E27FC236}">
                <a16:creationId xmlns:a16="http://schemas.microsoft.com/office/drawing/2014/main" id="{A670D2E2-06F6-9BE8-3CDB-BD8D6BBBAD9D}"/>
              </a:ext>
            </a:extLst>
          </p:cNvPr>
          <p:cNvSpPr txBox="1">
            <a:spLocks/>
          </p:cNvSpPr>
          <p:nvPr/>
        </p:nvSpPr>
        <p:spPr>
          <a:xfrm>
            <a:off x="714703" y="4219080"/>
            <a:ext cx="2701160" cy="1256223"/>
          </a:xfrm>
          <a:prstGeom prst="rect">
            <a:avLst/>
          </a:prstGeom>
        </p:spPr>
        <p:txBody>
          <a:bodyPr vert="horz" lIns="0" tIns="45720" rIns="0" bIns="0" rtlCol="0" anchor="t" anchorCtr="0">
            <a:normAutofit/>
          </a:bodyPr>
          <a:lstStyle>
            <a:lvl1pPr marL="0" indent="0" algn="l" defTabSz="914377" rtl="0" eaLnBrk="1" latinLnBrk="0" hangingPunct="1">
              <a:lnSpc>
                <a:spcPct val="70000"/>
              </a:lnSpc>
              <a:spcBef>
                <a:spcPct val="0"/>
              </a:spcBef>
              <a:buNone/>
              <a:defRPr sz="4000" b="0" kern="1200" cap="all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457200" indent="-457200">
              <a:lnSpc>
                <a:spcPct val="100000"/>
              </a:lnSpc>
              <a:buAutoNum type="alphaUcPeriod"/>
            </a:pPr>
            <a:r>
              <a:rPr lang="en-US" sz="1600" cap="none" dirty="0">
                <a:solidFill>
                  <a:srgbClr val="BD001D"/>
                </a:solidFill>
                <a:latin typeface="+mn-lt"/>
              </a:rPr>
              <a:t>Action file </a:t>
            </a:r>
          </a:p>
          <a:p>
            <a:pPr marL="457200" indent="-457200">
              <a:lnSpc>
                <a:spcPct val="100000"/>
              </a:lnSpc>
              <a:buAutoNum type="alphaUcPeriod"/>
            </a:pPr>
            <a:r>
              <a:rPr lang="en-US" sz="1600" cap="none" dirty="0">
                <a:solidFill>
                  <a:srgbClr val="BD001D"/>
                </a:solidFill>
                <a:latin typeface="+mn-lt"/>
              </a:rPr>
              <a:t>Runtime Settings</a:t>
            </a:r>
          </a:p>
          <a:p>
            <a:pPr marL="457200" indent="-457200">
              <a:lnSpc>
                <a:spcPct val="100000"/>
              </a:lnSpc>
              <a:buAutoNum type="alphaUcPeriod"/>
            </a:pPr>
            <a:r>
              <a:rPr lang="en-US" sz="1600" cap="none" dirty="0">
                <a:solidFill>
                  <a:srgbClr val="BD001D"/>
                </a:solidFill>
                <a:latin typeface="+mn-lt"/>
              </a:rPr>
              <a:t>Parameters</a:t>
            </a:r>
          </a:p>
          <a:p>
            <a:pPr marL="457200" indent="-457200">
              <a:lnSpc>
                <a:spcPct val="100000"/>
              </a:lnSpc>
              <a:buAutoNum type="alphaUcPeriod"/>
            </a:pPr>
            <a:r>
              <a:rPr lang="en-US" sz="1600" cap="none" dirty="0">
                <a:solidFill>
                  <a:srgbClr val="BD001D"/>
                </a:solidFill>
                <a:latin typeface="+mn-lt"/>
              </a:rPr>
              <a:t>None of the above</a:t>
            </a:r>
          </a:p>
          <a:p>
            <a:endParaRPr lang="en-US" sz="2000" cap="none" dirty="0">
              <a:solidFill>
                <a:srgbClr val="BD001D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6844064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8" grpId="0"/>
      <p:bldP spid="11" grpId="0"/>
      <p:bldP spid="12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F3605E5D-5A00-41EE-A1CD-803DF3F0A167}"/>
              </a:ext>
            </a:extLst>
          </p:cNvPr>
          <p:cNvGrpSpPr>
            <a:grpSpLocks noChangeAspect="1"/>
          </p:cNvGrpSpPr>
          <p:nvPr/>
        </p:nvGrpSpPr>
        <p:grpSpPr>
          <a:xfrm>
            <a:off x="9826702" y="5979230"/>
            <a:ext cx="2185416" cy="586592"/>
            <a:chOff x="9563100" y="1673029"/>
            <a:chExt cx="1389888" cy="373063"/>
          </a:xfrm>
        </p:grpSpPr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1FDAAE20-8701-4F6F-B157-65F7FC179F5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563100" y="1825994"/>
              <a:ext cx="1389888" cy="220098"/>
            </a:xfrm>
            <a:prstGeom prst="rect">
              <a:avLst/>
            </a:prstGeom>
          </p:spPr>
        </p:pic>
        <p:sp>
          <p:nvSpPr>
            <p:cNvPr id="4" name="Freeform 5">
              <a:extLst>
                <a:ext uri="{FF2B5EF4-FFF2-40B4-BE49-F238E27FC236}">
                  <a16:creationId xmlns:a16="http://schemas.microsoft.com/office/drawing/2014/main" id="{360132F0-E742-436A-BC62-747967D00187}"/>
                </a:ext>
              </a:extLst>
            </p:cNvPr>
            <p:cNvSpPr>
              <a:spLocks/>
            </p:cNvSpPr>
            <p:nvPr/>
          </p:nvSpPr>
          <p:spPr bwMode="auto">
            <a:xfrm>
              <a:off x="10373550" y="1673029"/>
              <a:ext cx="136525" cy="147638"/>
            </a:xfrm>
            <a:custGeom>
              <a:avLst/>
              <a:gdLst>
                <a:gd name="T0" fmla="*/ 0 w 86"/>
                <a:gd name="T1" fmla="*/ 66 h 93"/>
                <a:gd name="T2" fmla="*/ 50 w 86"/>
                <a:gd name="T3" fmla="*/ 47 h 93"/>
                <a:gd name="T4" fmla="*/ 0 w 86"/>
                <a:gd name="T5" fmla="*/ 27 h 93"/>
                <a:gd name="T6" fmla="*/ 0 w 86"/>
                <a:gd name="T7" fmla="*/ 0 h 93"/>
                <a:gd name="T8" fmla="*/ 86 w 86"/>
                <a:gd name="T9" fmla="*/ 35 h 93"/>
                <a:gd name="T10" fmla="*/ 86 w 86"/>
                <a:gd name="T11" fmla="*/ 57 h 93"/>
                <a:gd name="T12" fmla="*/ 0 w 86"/>
                <a:gd name="T13" fmla="*/ 93 h 93"/>
                <a:gd name="T14" fmla="*/ 0 w 86"/>
                <a:gd name="T15" fmla="*/ 66 h 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86" h="93">
                  <a:moveTo>
                    <a:pt x="0" y="66"/>
                  </a:moveTo>
                  <a:lnTo>
                    <a:pt x="50" y="47"/>
                  </a:lnTo>
                  <a:lnTo>
                    <a:pt x="0" y="27"/>
                  </a:lnTo>
                  <a:lnTo>
                    <a:pt x="0" y="0"/>
                  </a:lnTo>
                  <a:lnTo>
                    <a:pt x="86" y="35"/>
                  </a:lnTo>
                  <a:lnTo>
                    <a:pt x="86" y="57"/>
                  </a:lnTo>
                  <a:lnTo>
                    <a:pt x="0" y="93"/>
                  </a:lnTo>
                  <a:lnTo>
                    <a:pt x="0" y="66"/>
                  </a:lnTo>
                  <a:close/>
                </a:path>
              </a:pathLst>
            </a:custGeom>
            <a:solidFill>
              <a:srgbClr val="7900BF"/>
            </a:solidFill>
            <a:ln w="9525">
              <a:solidFill>
                <a:srgbClr val="7900BF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FF00"/>
                </a:solidFill>
                <a:effectLst/>
                <a:uLnTx/>
                <a:uFillTx/>
              </a:endParaRPr>
            </a:p>
          </p:txBody>
        </p:sp>
      </p:grpSp>
      <p:sp>
        <p:nvSpPr>
          <p:cNvPr id="5" name="Title 4">
            <a:extLst>
              <a:ext uri="{FF2B5EF4-FFF2-40B4-BE49-F238E27FC236}">
                <a16:creationId xmlns:a16="http://schemas.microsoft.com/office/drawing/2014/main" id="{F684E18E-E26D-4027-8B99-DD9948E7A8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72760" y="3163011"/>
            <a:ext cx="6646479" cy="531978"/>
          </a:xfrm>
        </p:spPr>
        <p:txBody>
          <a:bodyPr>
            <a:noAutofit/>
          </a:bodyPr>
          <a:lstStyle/>
          <a:p>
            <a:r>
              <a:rPr lang="en-US" cap="none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LoadRunner Controller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400D49D-B371-4693-9912-63BD6D84CE40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/>
        <p:txBody>
          <a:bodyPr/>
          <a:lstStyle/>
          <a:p>
            <a:fld id="{4F9AC08D-23A9-440E-BCB9-AA1E9877CC38}" type="slidenum">
              <a:rPr lang="en-US" smtClean="0"/>
              <a:pPr/>
              <a:t>16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6549765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F3605E5D-5A00-41EE-A1CD-803DF3F0A167}"/>
              </a:ext>
            </a:extLst>
          </p:cNvPr>
          <p:cNvGrpSpPr>
            <a:grpSpLocks noChangeAspect="1"/>
          </p:cNvGrpSpPr>
          <p:nvPr/>
        </p:nvGrpSpPr>
        <p:grpSpPr>
          <a:xfrm>
            <a:off x="9826702" y="5979230"/>
            <a:ext cx="2185416" cy="586592"/>
            <a:chOff x="9563100" y="1673029"/>
            <a:chExt cx="1389888" cy="373063"/>
          </a:xfrm>
        </p:grpSpPr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1FDAAE20-8701-4F6F-B157-65F7FC179F5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563100" y="1825994"/>
              <a:ext cx="1389888" cy="220098"/>
            </a:xfrm>
            <a:prstGeom prst="rect">
              <a:avLst/>
            </a:prstGeom>
          </p:spPr>
        </p:pic>
        <p:sp>
          <p:nvSpPr>
            <p:cNvPr id="4" name="Freeform 5">
              <a:extLst>
                <a:ext uri="{FF2B5EF4-FFF2-40B4-BE49-F238E27FC236}">
                  <a16:creationId xmlns:a16="http://schemas.microsoft.com/office/drawing/2014/main" id="{360132F0-E742-436A-BC62-747967D00187}"/>
                </a:ext>
              </a:extLst>
            </p:cNvPr>
            <p:cNvSpPr>
              <a:spLocks/>
            </p:cNvSpPr>
            <p:nvPr/>
          </p:nvSpPr>
          <p:spPr bwMode="auto">
            <a:xfrm>
              <a:off x="10373550" y="1673029"/>
              <a:ext cx="136525" cy="147638"/>
            </a:xfrm>
            <a:custGeom>
              <a:avLst/>
              <a:gdLst>
                <a:gd name="T0" fmla="*/ 0 w 86"/>
                <a:gd name="T1" fmla="*/ 66 h 93"/>
                <a:gd name="T2" fmla="*/ 50 w 86"/>
                <a:gd name="T3" fmla="*/ 47 h 93"/>
                <a:gd name="T4" fmla="*/ 0 w 86"/>
                <a:gd name="T5" fmla="*/ 27 h 93"/>
                <a:gd name="T6" fmla="*/ 0 w 86"/>
                <a:gd name="T7" fmla="*/ 0 h 93"/>
                <a:gd name="T8" fmla="*/ 86 w 86"/>
                <a:gd name="T9" fmla="*/ 35 h 93"/>
                <a:gd name="T10" fmla="*/ 86 w 86"/>
                <a:gd name="T11" fmla="*/ 57 h 93"/>
                <a:gd name="T12" fmla="*/ 0 w 86"/>
                <a:gd name="T13" fmla="*/ 93 h 93"/>
                <a:gd name="T14" fmla="*/ 0 w 86"/>
                <a:gd name="T15" fmla="*/ 66 h 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86" h="93">
                  <a:moveTo>
                    <a:pt x="0" y="66"/>
                  </a:moveTo>
                  <a:lnTo>
                    <a:pt x="50" y="47"/>
                  </a:lnTo>
                  <a:lnTo>
                    <a:pt x="0" y="27"/>
                  </a:lnTo>
                  <a:lnTo>
                    <a:pt x="0" y="0"/>
                  </a:lnTo>
                  <a:lnTo>
                    <a:pt x="86" y="35"/>
                  </a:lnTo>
                  <a:lnTo>
                    <a:pt x="86" y="57"/>
                  </a:lnTo>
                  <a:lnTo>
                    <a:pt x="0" y="93"/>
                  </a:lnTo>
                  <a:lnTo>
                    <a:pt x="0" y="66"/>
                  </a:lnTo>
                  <a:close/>
                </a:path>
              </a:pathLst>
            </a:custGeom>
            <a:solidFill>
              <a:srgbClr val="7900BF"/>
            </a:solidFill>
            <a:ln w="9525">
              <a:solidFill>
                <a:srgbClr val="7900BF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FF00"/>
                </a:solidFill>
                <a:effectLst/>
                <a:uLnTx/>
                <a:uFillTx/>
              </a:endParaRPr>
            </a:p>
          </p:txBody>
        </p:sp>
      </p:grpSp>
      <p:sp>
        <p:nvSpPr>
          <p:cNvPr id="5" name="Title 4">
            <a:extLst>
              <a:ext uri="{FF2B5EF4-FFF2-40B4-BE49-F238E27FC236}">
                <a16:creationId xmlns:a16="http://schemas.microsoft.com/office/drawing/2014/main" id="{F684E18E-E26D-4027-8B99-DD9948E7A8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381000"/>
            <a:ext cx="11430000" cy="531978"/>
          </a:xfrm>
        </p:spPr>
        <p:txBody>
          <a:bodyPr>
            <a:normAutofit/>
          </a:bodyPr>
          <a:lstStyle/>
          <a:p>
            <a:r>
              <a:rPr lang="en-US" sz="3200" cap="none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Controller - Basic Features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400D49D-B371-4693-9912-63BD6D84CE40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/>
        <p:txBody>
          <a:bodyPr/>
          <a:lstStyle/>
          <a:p>
            <a:fld id="{4F9AC08D-23A9-440E-BCB9-AA1E9877CC38}" type="slidenum">
              <a:rPr lang="en-US" smtClean="0"/>
              <a:pPr/>
              <a:t>17</a:t>
            </a:fld>
            <a:endParaRPr lang="en-US" dirty="0"/>
          </a:p>
        </p:txBody>
      </p:sp>
      <p:sp>
        <p:nvSpPr>
          <p:cNvPr id="10" name="Content Placeholder 7"/>
          <p:cNvSpPr txBox="1">
            <a:spLocks/>
          </p:cNvSpPr>
          <p:nvPr/>
        </p:nvSpPr>
        <p:spPr>
          <a:xfrm>
            <a:off x="580891" y="922908"/>
            <a:ext cx="5042143" cy="5056322"/>
          </a:xfrm>
          <a:prstGeom prst="rect">
            <a:avLst/>
          </a:prstGeom>
        </p:spPr>
        <p:txBody>
          <a:bodyPr vert="horz" lIns="0" tIns="91440" rIns="0" bIns="45720" rtlCol="0">
            <a:noAutofit/>
          </a:bodyPr>
          <a:lstStyle>
            <a:lvl1pPr marL="55561" indent="0" algn="l" defTabSz="914377" rtl="0" eaLnBrk="1" latinLnBrk="0" hangingPunct="1">
              <a:lnSpc>
                <a:spcPct val="85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sz="2800" b="1" kern="1200" cap="none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85744" indent="-230182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14338" indent="-230182" algn="l" defTabSz="914377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Graphik" panose="020B0503030202060203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85783" indent="-171446" algn="l" defTabSz="914377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57229" indent="-177796" algn="l" defTabSz="914377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Graphik" panose="020B0503030202060203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028674" indent="-17303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5561" indent="0" algn="l" defTabSz="914377" rtl="0" eaLnBrk="1" latinLnBrk="0" hangingPunct="1">
              <a:lnSpc>
                <a:spcPct val="90000"/>
              </a:lnSpc>
              <a:spcBef>
                <a:spcPts val="800"/>
              </a:spcBef>
              <a:buFont typeface="Arial" panose="020B0604020202020204" pitchFamily="34" charset="0"/>
              <a:buNone/>
              <a:defRPr sz="1200" b="1" kern="1200" cap="all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7pPr>
            <a:lvl8pPr marL="55561" indent="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5561" indent="0" algn="l" defTabSz="914377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800" dirty="0"/>
              <a:t>What is Controller?</a:t>
            </a:r>
          </a:p>
          <a:p>
            <a:r>
              <a:rPr lang="en-US" sz="1800" b="0" dirty="0"/>
              <a:t>The controller is the most crucial component of the architecture as it manages the load simulation.</a:t>
            </a:r>
          </a:p>
          <a:p>
            <a:r>
              <a:rPr lang="en-US" sz="1800" b="0" dirty="0"/>
              <a:t>Some other functions that it performs include:</a:t>
            </a:r>
          </a:p>
          <a:p>
            <a:pPr marL="341311" indent="-285750">
              <a:buFont typeface="Arial" panose="020B0604020202020204" pitchFamily="34" charset="0"/>
              <a:buChar char="•"/>
            </a:pPr>
            <a:r>
              <a:rPr lang="en-US" sz="1800" b="0" dirty="0"/>
              <a:t>IP spoofing</a:t>
            </a:r>
          </a:p>
          <a:p>
            <a:pPr marL="341311" indent="-285750">
              <a:buFont typeface="Arial" panose="020B0604020202020204" pitchFamily="34" charset="0"/>
              <a:buChar char="•"/>
            </a:pPr>
            <a:r>
              <a:rPr lang="en-US" sz="1800" b="0" dirty="0"/>
              <a:t>Error reporting</a:t>
            </a:r>
          </a:p>
          <a:p>
            <a:pPr marL="341311" indent="-285750">
              <a:buFont typeface="Arial" panose="020B0604020202020204" pitchFamily="34" charset="0"/>
              <a:buChar char="•"/>
            </a:pPr>
            <a:r>
              <a:rPr lang="en-US" sz="1800" b="0" dirty="0"/>
              <a:t>Nature of Load scenario</a:t>
            </a:r>
          </a:p>
          <a:p>
            <a:pPr marL="341311" indent="-285750">
              <a:buFont typeface="Arial" panose="020B0604020202020204" pitchFamily="34" charset="0"/>
              <a:buChar char="•"/>
            </a:pPr>
            <a:r>
              <a:rPr lang="en-US" sz="1800" b="0" dirty="0"/>
              <a:t>Handling </a:t>
            </a:r>
            <a:r>
              <a:rPr lang="en-US" sz="1800" b="0" dirty="0" err="1"/>
              <a:t>Vusers</a:t>
            </a:r>
            <a:r>
              <a:rPr lang="en-US" sz="1800" b="0" dirty="0"/>
              <a:t> behavior</a:t>
            </a:r>
          </a:p>
          <a:p>
            <a:pPr marL="512761" indent="-457200">
              <a:buFont typeface="Arial" pitchFamily="34" charset="0"/>
              <a:buChar char="•"/>
            </a:pPr>
            <a:endParaRPr lang="en-US" sz="1800" dirty="0"/>
          </a:p>
        </p:txBody>
      </p:sp>
      <p:sp>
        <p:nvSpPr>
          <p:cNvPr id="6" name="AutoShape 6" descr="what is loadrunner">
            <a:extLst>
              <a:ext uri="{FF2B5EF4-FFF2-40B4-BE49-F238E27FC236}">
                <a16:creationId xmlns:a16="http://schemas.microsoft.com/office/drawing/2014/main" id="{C12DE8CF-49FC-1A45-B8E1-7712A303E290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1715814"/>
            <a:ext cx="1865586" cy="18655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34" name="Picture 10" descr="what is loadrunner">
            <a:extLst>
              <a:ext uri="{FF2B5EF4-FFF2-40B4-BE49-F238E27FC236}">
                <a16:creationId xmlns:a16="http://schemas.microsoft.com/office/drawing/2014/main" id="{ABAFF0D5-304B-C573-4066-CC0AD5BCECC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68461" y="1219857"/>
            <a:ext cx="4286250" cy="2857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5414334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F3605E5D-5A00-41EE-A1CD-803DF3F0A167}"/>
              </a:ext>
            </a:extLst>
          </p:cNvPr>
          <p:cNvGrpSpPr>
            <a:grpSpLocks noChangeAspect="1"/>
          </p:cNvGrpSpPr>
          <p:nvPr/>
        </p:nvGrpSpPr>
        <p:grpSpPr>
          <a:xfrm>
            <a:off x="9826702" y="5979230"/>
            <a:ext cx="2185416" cy="586592"/>
            <a:chOff x="9563100" y="1673029"/>
            <a:chExt cx="1389888" cy="373063"/>
          </a:xfrm>
        </p:grpSpPr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1FDAAE20-8701-4F6F-B157-65F7FC179F5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563100" y="1825994"/>
              <a:ext cx="1389888" cy="220098"/>
            </a:xfrm>
            <a:prstGeom prst="rect">
              <a:avLst/>
            </a:prstGeom>
          </p:spPr>
        </p:pic>
        <p:sp>
          <p:nvSpPr>
            <p:cNvPr id="4" name="Freeform 5">
              <a:extLst>
                <a:ext uri="{FF2B5EF4-FFF2-40B4-BE49-F238E27FC236}">
                  <a16:creationId xmlns:a16="http://schemas.microsoft.com/office/drawing/2014/main" id="{360132F0-E742-436A-BC62-747967D00187}"/>
                </a:ext>
              </a:extLst>
            </p:cNvPr>
            <p:cNvSpPr>
              <a:spLocks/>
            </p:cNvSpPr>
            <p:nvPr/>
          </p:nvSpPr>
          <p:spPr bwMode="auto">
            <a:xfrm>
              <a:off x="10373550" y="1673029"/>
              <a:ext cx="136525" cy="147638"/>
            </a:xfrm>
            <a:custGeom>
              <a:avLst/>
              <a:gdLst>
                <a:gd name="T0" fmla="*/ 0 w 86"/>
                <a:gd name="T1" fmla="*/ 66 h 93"/>
                <a:gd name="T2" fmla="*/ 50 w 86"/>
                <a:gd name="T3" fmla="*/ 47 h 93"/>
                <a:gd name="T4" fmla="*/ 0 w 86"/>
                <a:gd name="T5" fmla="*/ 27 h 93"/>
                <a:gd name="T6" fmla="*/ 0 w 86"/>
                <a:gd name="T7" fmla="*/ 0 h 93"/>
                <a:gd name="T8" fmla="*/ 86 w 86"/>
                <a:gd name="T9" fmla="*/ 35 h 93"/>
                <a:gd name="T10" fmla="*/ 86 w 86"/>
                <a:gd name="T11" fmla="*/ 57 h 93"/>
                <a:gd name="T12" fmla="*/ 0 w 86"/>
                <a:gd name="T13" fmla="*/ 93 h 93"/>
                <a:gd name="T14" fmla="*/ 0 w 86"/>
                <a:gd name="T15" fmla="*/ 66 h 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86" h="93">
                  <a:moveTo>
                    <a:pt x="0" y="66"/>
                  </a:moveTo>
                  <a:lnTo>
                    <a:pt x="50" y="47"/>
                  </a:lnTo>
                  <a:lnTo>
                    <a:pt x="0" y="27"/>
                  </a:lnTo>
                  <a:lnTo>
                    <a:pt x="0" y="0"/>
                  </a:lnTo>
                  <a:lnTo>
                    <a:pt x="86" y="35"/>
                  </a:lnTo>
                  <a:lnTo>
                    <a:pt x="86" y="57"/>
                  </a:lnTo>
                  <a:lnTo>
                    <a:pt x="0" y="93"/>
                  </a:lnTo>
                  <a:lnTo>
                    <a:pt x="0" y="66"/>
                  </a:lnTo>
                  <a:close/>
                </a:path>
              </a:pathLst>
            </a:custGeom>
            <a:solidFill>
              <a:srgbClr val="7900BF"/>
            </a:solidFill>
            <a:ln w="9525">
              <a:solidFill>
                <a:srgbClr val="7900BF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FF00"/>
                </a:solidFill>
                <a:effectLst/>
                <a:uLnTx/>
                <a:uFillTx/>
              </a:endParaRPr>
            </a:p>
          </p:txBody>
        </p:sp>
      </p:grpSp>
      <p:sp>
        <p:nvSpPr>
          <p:cNvPr id="5" name="Title 4">
            <a:extLst>
              <a:ext uri="{FF2B5EF4-FFF2-40B4-BE49-F238E27FC236}">
                <a16:creationId xmlns:a16="http://schemas.microsoft.com/office/drawing/2014/main" id="{F684E18E-E26D-4027-8B99-DD9948E7A8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381000"/>
            <a:ext cx="11430000" cy="531978"/>
          </a:xfrm>
        </p:spPr>
        <p:txBody>
          <a:bodyPr>
            <a:normAutofit/>
          </a:bodyPr>
          <a:lstStyle/>
          <a:p>
            <a:r>
              <a:rPr lang="en-US" sz="3200" cap="none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Controller - Basic Features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400D49D-B371-4693-9912-63BD6D84CE40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/>
        <p:txBody>
          <a:bodyPr/>
          <a:lstStyle/>
          <a:p>
            <a:fld id="{4F9AC08D-23A9-440E-BCB9-AA1E9877CC38}" type="slidenum">
              <a:rPr lang="en-US" smtClean="0"/>
              <a:pPr/>
              <a:t>18</a:t>
            </a:fld>
            <a:endParaRPr lang="en-US" dirty="0"/>
          </a:p>
        </p:txBody>
      </p:sp>
      <p:sp>
        <p:nvSpPr>
          <p:cNvPr id="10" name="Content Placeholder 7"/>
          <p:cNvSpPr txBox="1">
            <a:spLocks/>
          </p:cNvSpPr>
          <p:nvPr/>
        </p:nvSpPr>
        <p:spPr>
          <a:xfrm>
            <a:off x="381000" y="912977"/>
            <a:ext cx="11295993" cy="5298394"/>
          </a:xfrm>
          <a:prstGeom prst="rect">
            <a:avLst/>
          </a:prstGeom>
        </p:spPr>
        <p:txBody>
          <a:bodyPr vert="horz" lIns="0" tIns="91440" rIns="0" bIns="45720" rtlCol="0">
            <a:noAutofit/>
          </a:bodyPr>
          <a:lstStyle>
            <a:lvl1pPr marL="55561" indent="0" algn="l" defTabSz="914377" rtl="0" eaLnBrk="1" latinLnBrk="0" hangingPunct="1">
              <a:lnSpc>
                <a:spcPct val="85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sz="2800" b="1" kern="1200" cap="none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85744" indent="-230182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14338" indent="-230182" algn="l" defTabSz="914377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Graphik" panose="020B0503030202060203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85783" indent="-171446" algn="l" defTabSz="914377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57229" indent="-177796" algn="l" defTabSz="914377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Graphik" panose="020B0503030202060203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028674" indent="-17303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5561" indent="0" algn="l" defTabSz="914377" rtl="0" eaLnBrk="1" latinLnBrk="0" hangingPunct="1">
              <a:lnSpc>
                <a:spcPct val="90000"/>
              </a:lnSpc>
              <a:spcBef>
                <a:spcPts val="800"/>
              </a:spcBef>
              <a:buFont typeface="Arial" panose="020B0604020202020204" pitchFamily="34" charset="0"/>
              <a:buNone/>
              <a:defRPr sz="1200" b="1" kern="1200" cap="all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7pPr>
            <a:lvl8pPr marL="55561" indent="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5561" indent="0" algn="l" defTabSz="914377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95000"/>
              </a:lnSpc>
            </a:pPr>
            <a:r>
              <a:rPr lang="en-US" sz="1800" i="1" dirty="0">
                <a:solidFill>
                  <a:schemeClr val="accent5">
                    <a:lumMod val="50000"/>
                  </a:schemeClr>
                </a:solidFill>
              </a:rPr>
              <a:t>Design Tab</a:t>
            </a:r>
            <a:r>
              <a:rPr lang="en-US" sz="1800" dirty="0">
                <a:solidFill>
                  <a:schemeClr val="accent5">
                    <a:lumMod val="50000"/>
                  </a:schemeClr>
                </a:solidFill>
              </a:rPr>
              <a:t>:</a:t>
            </a:r>
          </a:p>
          <a:p>
            <a:pPr>
              <a:lnSpc>
                <a:spcPct val="95000"/>
              </a:lnSpc>
            </a:pPr>
            <a:r>
              <a:rPr lang="en-US" sz="1600" dirty="0"/>
              <a:t>Scenario</a:t>
            </a:r>
            <a:r>
              <a:rPr lang="en-US" sz="1600" b="0" dirty="0"/>
              <a:t> </a:t>
            </a:r>
            <a:r>
              <a:rPr lang="en-US" sz="1600" dirty="0"/>
              <a:t>scripts</a:t>
            </a:r>
            <a:r>
              <a:rPr lang="en-US" sz="1600" b="0" dirty="0"/>
              <a:t>: Set of scripts &amp; run time setting for test execution, number of </a:t>
            </a:r>
            <a:r>
              <a:rPr lang="en-US" sz="1600" b="0" dirty="0" err="1"/>
              <a:t>Vusers</a:t>
            </a:r>
            <a:r>
              <a:rPr lang="en-US" sz="1600" b="0" dirty="0"/>
              <a:t>, Load Generator, Ramp up, Ramp down, Steady state design (Example – 300 </a:t>
            </a:r>
            <a:r>
              <a:rPr lang="en-US" sz="1600" b="0" dirty="0" err="1"/>
              <a:t>Vusers</a:t>
            </a:r>
            <a:r>
              <a:rPr lang="en-US" sz="1600" b="0" dirty="0"/>
              <a:t>, 10 scripts, 3 </a:t>
            </a:r>
            <a:r>
              <a:rPr lang="en-US" sz="1600" b="0" dirty="0" err="1"/>
              <a:t>hrs</a:t>
            </a:r>
            <a:r>
              <a:rPr lang="en-US" sz="1600" b="0" dirty="0"/>
              <a:t> steady state,  1 LG, 10 mins for ramp up, 15 mins for ramp down)</a:t>
            </a:r>
          </a:p>
          <a:p>
            <a:pPr>
              <a:lnSpc>
                <a:spcPct val="95000"/>
              </a:lnSpc>
            </a:pPr>
            <a:r>
              <a:rPr lang="en-US" sz="1600" dirty="0"/>
              <a:t>Scenario schedule</a:t>
            </a:r>
            <a:r>
              <a:rPr lang="en-US" sz="1600" b="0" dirty="0"/>
              <a:t>: Allows to set up run mode and schedule details for your test</a:t>
            </a:r>
          </a:p>
          <a:p>
            <a:pPr>
              <a:lnSpc>
                <a:spcPct val="95000"/>
              </a:lnSpc>
            </a:pPr>
            <a:r>
              <a:rPr lang="en-US" sz="1600" dirty="0"/>
              <a:t>Run Mode</a:t>
            </a:r>
            <a:r>
              <a:rPr lang="en-US" sz="1600" b="0" dirty="0"/>
              <a:t>: Real-world Schedule, Basic Schedule</a:t>
            </a:r>
          </a:p>
          <a:p>
            <a:pPr>
              <a:lnSpc>
                <a:spcPct val="95000"/>
              </a:lnSpc>
            </a:pPr>
            <a:r>
              <a:rPr lang="en-US" sz="1600" dirty="0"/>
              <a:t>Global schedule: </a:t>
            </a:r>
            <a:r>
              <a:rPr lang="en-US" sz="1600" b="0" dirty="0"/>
              <a:t>Allows you to set up </a:t>
            </a:r>
            <a:r>
              <a:rPr lang="en-US" sz="1600" b="0" dirty="0" err="1"/>
              <a:t>vuser</a:t>
            </a:r>
            <a:r>
              <a:rPr lang="en-US" sz="1600" b="0" dirty="0"/>
              <a:t> ramp up, steady state and ramp down pattern for your test</a:t>
            </a:r>
            <a:endParaRPr lang="en-US" sz="1600" dirty="0"/>
          </a:p>
          <a:p>
            <a:pPr>
              <a:lnSpc>
                <a:spcPct val="95000"/>
              </a:lnSpc>
            </a:pPr>
            <a:r>
              <a:rPr lang="en-US" sz="1600" dirty="0"/>
              <a:t>Steady Sate</a:t>
            </a:r>
            <a:r>
              <a:rPr lang="en-US" sz="1600" b="0" dirty="0"/>
              <a:t> : Stable state of </a:t>
            </a:r>
            <a:r>
              <a:rPr lang="en-US" sz="1600" b="0" dirty="0" err="1"/>
              <a:t>Vusers</a:t>
            </a:r>
            <a:r>
              <a:rPr lang="en-US" sz="1600" b="0" dirty="0"/>
              <a:t> accessing application concurrently</a:t>
            </a:r>
            <a:r>
              <a:rPr lang="en-US" sz="1800" b="0" dirty="0"/>
              <a:t>.</a:t>
            </a:r>
          </a:p>
          <a:p>
            <a:pPr>
              <a:lnSpc>
                <a:spcPct val="95000"/>
              </a:lnSpc>
            </a:pPr>
            <a:r>
              <a:rPr lang="en-US" sz="1600" b="0" dirty="0"/>
              <a:t> </a:t>
            </a:r>
          </a:p>
          <a:p>
            <a:r>
              <a:rPr lang="en-US" sz="1800" i="1" dirty="0">
                <a:solidFill>
                  <a:schemeClr val="accent5">
                    <a:lumMod val="50000"/>
                  </a:schemeClr>
                </a:solidFill>
              </a:rPr>
              <a:t>Run Tab</a:t>
            </a:r>
            <a:r>
              <a:rPr lang="en-US" sz="1800" dirty="0">
                <a:solidFill>
                  <a:schemeClr val="accent5">
                    <a:lumMod val="50000"/>
                  </a:schemeClr>
                </a:solidFill>
              </a:rPr>
              <a:t>:</a:t>
            </a:r>
          </a:p>
          <a:p>
            <a:r>
              <a:rPr lang="en-US" sz="1600" dirty="0"/>
              <a:t>Scenario groups: </a:t>
            </a:r>
            <a:r>
              <a:rPr lang="en-US" sz="1600" b="0" dirty="0"/>
              <a:t>Shows </a:t>
            </a:r>
            <a:r>
              <a:rPr lang="en-US" sz="1600" b="0" dirty="0" err="1"/>
              <a:t>vuser</a:t>
            </a:r>
            <a:r>
              <a:rPr lang="en-US" sz="1600" b="0" dirty="0"/>
              <a:t> status for each script group</a:t>
            </a:r>
          </a:p>
          <a:p>
            <a:r>
              <a:rPr lang="en-US" sz="1600" dirty="0"/>
              <a:t>Scenario Status</a:t>
            </a:r>
            <a:r>
              <a:rPr lang="en-US" sz="1600" b="0" dirty="0"/>
              <a:t>: Shows number of running </a:t>
            </a:r>
            <a:r>
              <a:rPr lang="en-US" sz="1600" b="0" dirty="0" err="1"/>
              <a:t>vuser</a:t>
            </a:r>
            <a:r>
              <a:rPr lang="en-US" sz="1600" b="0" dirty="0"/>
              <a:t>, elapsed time, pass/fail transactions, errors</a:t>
            </a:r>
          </a:p>
          <a:p>
            <a:r>
              <a:rPr lang="en-US" sz="1600" dirty="0"/>
              <a:t>Graphs</a:t>
            </a:r>
            <a:r>
              <a:rPr lang="en-US" sz="1600" b="0" dirty="0"/>
              <a:t>: Shows number of graphs depicting different information in graphical manner</a:t>
            </a:r>
          </a:p>
          <a:p>
            <a:r>
              <a:rPr lang="en-US" sz="1600" dirty="0"/>
              <a:t>Response time status</a:t>
            </a:r>
            <a:r>
              <a:rPr lang="en-US" sz="1600" b="0" dirty="0"/>
              <a:t>: Shows the minimum, maximum, average, last response time details</a:t>
            </a:r>
            <a:endParaRPr lang="en-US" sz="1800" b="0" dirty="0"/>
          </a:p>
          <a:p>
            <a:endParaRPr lang="en-US" sz="1800" dirty="0"/>
          </a:p>
          <a:p>
            <a:pPr marL="512761" indent="-457200">
              <a:buFont typeface="Arial" pitchFamily="34" charset="0"/>
              <a:buChar char="•"/>
            </a:pP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320245131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F3605E5D-5A00-41EE-A1CD-803DF3F0A167}"/>
              </a:ext>
            </a:extLst>
          </p:cNvPr>
          <p:cNvGrpSpPr>
            <a:grpSpLocks noChangeAspect="1"/>
          </p:cNvGrpSpPr>
          <p:nvPr/>
        </p:nvGrpSpPr>
        <p:grpSpPr>
          <a:xfrm>
            <a:off x="9826702" y="5979230"/>
            <a:ext cx="2185416" cy="586592"/>
            <a:chOff x="9563100" y="1673029"/>
            <a:chExt cx="1389888" cy="373063"/>
          </a:xfrm>
        </p:grpSpPr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1FDAAE20-8701-4F6F-B157-65F7FC179F5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563100" y="1825994"/>
              <a:ext cx="1389888" cy="220098"/>
            </a:xfrm>
            <a:prstGeom prst="rect">
              <a:avLst/>
            </a:prstGeom>
          </p:spPr>
        </p:pic>
        <p:sp>
          <p:nvSpPr>
            <p:cNvPr id="4" name="Freeform 5">
              <a:extLst>
                <a:ext uri="{FF2B5EF4-FFF2-40B4-BE49-F238E27FC236}">
                  <a16:creationId xmlns:a16="http://schemas.microsoft.com/office/drawing/2014/main" id="{360132F0-E742-436A-BC62-747967D00187}"/>
                </a:ext>
              </a:extLst>
            </p:cNvPr>
            <p:cNvSpPr>
              <a:spLocks/>
            </p:cNvSpPr>
            <p:nvPr/>
          </p:nvSpPr>
          <p:spPr bwMode="auto">
            <a:xfrm>
              <a:off x="10373550" y="1673029"/>
              <a:ext cx="136525" cy="147638"/>
            </a:xfrm>
            <a:custGeom>
              <a:avLst/>
              <a:gdLst>
                <a:gd name="T0" fmla="*/ 0 w 86"/>
                <a:gd name="T1" fmla="*/ 66 h 93"/>
                <a:gd name="T2" fmla="*/ 50 w 86"/>
                <a:gd name="T3" fmla="*/ 47 h 93"/>
                <a:gd name="T4" fmla="*/ 0 w 86"/>
                <a:gd name="T5" fmla="*/ 27 h 93"/>
                <a:gd name="T6" fmla="*/ 0 w 86"/>
                <a:gd name="T7" fmla="*/ 0 h 93"/>
                <a:gd name="T8" fmla="*/ 86 w 86"/>
                <a:gd name="T9" fmla="*/ 35 h 93"/>
                <a:gd name="T10" fmla="*/ 86 w 86"/>
                <a:gd name="T11" fmla="*/ 57 h 93"/>
                <a:gd name="T12" fmla="*/ 0 w 86"/>
                <a:gd name="T13" fmla="*/ 93 h 93"/>
                <a:gd name="T14" fmla="*/ 0 w 86"/>
                <a:gd name="T15" fmla="*/ 66 h 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86" h="93">
                  <a:moveTo>
                    <a:pt x="0" y="66"/>
                  </a:moveTo>
                  <a:lnTo>
                    <a:pt x="50" y="47"/>
                  </a:lnTo>
                  <a:lnTo>
                    <a:pt x="0" y="27"/>
                  </a:lnTo>
                  <a:lnTo>
                    <a:pt x="0" y="0"/>
                  </a:lnTo>
                  <a:lnTo>
                    <a:pt x="86" y="35"/>
                  </a:lnTo>
                  <a:lnTo>
                    <a:pt x="86" y="57"/>
                  </a:lnTo>
                  <a:lnTo>
                    <a:pt x="0" y="93"/>
                  </a:lnTo>
                  <a:lnTo>
                    <a:pt x="0" y="66"/>
                  </a:lnTo>
                  <a:close/>
                </a:path>
              </a:pathLst>
            </a:custGeom>
            <a:solidFill>
              <a:srgbClr val="7900BF"/>
            </a:solidFill>
            <a:ln w="9525">
              <a:solidFill>
                <a:srgbClr val="7900BF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FF00"/>
                </a:solidFill>
                <a:effectLst/>
                <a:uLnTx/>
                <a:uFillTx/>
              </a:endParaRPr>
            </a:p>
          </p:txBody>
        </p:sp>
      </p:grpSp>
      <p:sp>
        <p:nvSpPr>
          <p:cNvPr id="5" name="Title 4">
            <a:extLst>
              <a:ext uri="{FF2B5EF4-FFF2-40B4-BE49-F238E27FC236}">
                <a16:creationId xmlns:a16="http://schemas.microsoft.com/office/drawing/2014/main" id="{F684E18E-E26D-4027-8B99-DD9948E7A8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381000"/>
            <a:ext cx="11430000" cy="531978"/>
          </a:xfrm>
        </p:spPr>
        <p:txBody>
          <a:bodyPr>
            <a:normAutofit/>
          </a:bodyPr>
          <a:lstStyle/>
          <a:p>
            <a:r>
              <a:rPr lang="en-US" sz="3200" cap="none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Controller - Basic Features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400D49D-B371-4693-9912-63BD6D84CE40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/>
        <p:txBody>
          <a:bodyPr/>
          <a:lstStyle/>
          <a:p>
            <a:fld id="{4F9AC08D-23A9-440E-BCB9-AA1E9877CC38}" type="slidenum">
              <a:rPr lang="en-US" smtClean="0"/>
              <a:pPr/>
              <a:t>19</a:t>
            </a:fld>
            <a:endParaRPr lang="en-US" dirty="0"/>
          </a:p>
        </p:txBody>
      </p:sp>
      <p:sp>
        <p:nvSpPr>
          <p:cNvPr id="10" name="Content Placeholder 7"/>
          <p:cNvSpPr txBox="1">
            <a:spLocks/>
          </p:cNvSpPr>
          <p:nvPr/>
        </p:nvSpPr>
        <p:spPr>
          <a:xfrm>
            <a:off x="583713" y="912977"/>
            <a:ext cx="5848617" cy="531978"/>
          </a:xfrm>
          <a:prstGeom prst="rect">
            <a:avLst/>
          </a:prstGeom>
        </p:spPr>
        <p:txBody>
          <a:bodyPr vert="horz" lIns="0" tIns="91440" rIns="0" bIns="45720" rtlCol="0">
            <a:noAutofit/>
          </a:bodyPr>
          <a:lstStyle>
            <a:lvl1pPr marL="55561" indent="0" algn="l" defTabSz="914377" rtl="0" eaLnBrk="1" latinLnBrk="0" hangingPunct="1">
              <a:lnSpc>
                <a:spcPct val="85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sz="2800" b="1" kern="1200" cap="none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85744" indent="-230182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14338" indent="-230182" algn="l" defTabSz="914377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Graphik" panose="020B0503030202060203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85783" indent="-171446" algn="l" defTabSz="914377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57229" indent="-177796" algn="l" defTabSz="914377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Graphik" panose="020B0503030202060203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028674" indent="-17303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5561" indent="0" algn="l" defTabSz="914377" rtl="0" eaLnBrk="1" latinLnBrk="0" hangingPunct="1">
              <a:lnSpc>
                <a:spcPct val="90000"/>
              </a:lnSpc>
              <a:spcBef>
                <a:spcPts val="800"/>
              </a:spcBef>
              <a:buFont typeface="Arial" panose="020B0604020202020204" pitchFamily="34" charset="0"/>
              <a:buNone/>
              <a:defRPr sz="1200" b="1" kern="1200" cap="all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7pPr>
            <a:lvl8pPr marL="55561" indent="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5561" indent="0" algn="l" defTabSz="914377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95000"/>
              </a:lnSpc>
            </a:pPr>
            <a:r>
              <a:rPr lang="en-US" sz="1800" dirty="0"/>
              <a:t>Design Tab:</a:t>
            </a:r>
          </a:p>
          <a:p>
            <a:endParaRPr lang="en-US" sz="1800" dirty="0"/>
          </a:p>
          <a:p>
            <a:pPr marL="512761" indent="-457200">
              <a:buFont typeface="Arial" pitchFamily="34" charset="0"/>
              <a:buChar char="•"/>
            </a:pPr>
            <a:endParaRPr lang="en-US" sz="1800" dirty="0"/>
          </a:p>
        </p:txBody>
      </p:sp>
      <p:pic>
        <p:nvPicPr>
          <p:cNvPr id="6" name="Picture 4" descr="null">
            <a:extLst>
              <a:ext uri="{FF2B5EF4-FFF2-40B4-BE49-F238E27FC236}">
                <a16:creationId xmlns:a16="http://schemas.microsoft.com/office/drawing/2014/main" id="{464E0BCC-397D-E27F-7EF4-CE2C363E707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3712" y="1444955"/>
            <a:ext cx="10136839" cy="47412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3443459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F3605E5D-5A00-41EE-A1CD-803DF3F0A167}"/>
              </a:ext>
            </a:extLst>
          </p:cNvPr>
          <p:cNvGrpSpPr>
            <a:grpSpLocks noChangeAspect="1"/>
          </p:cNvGrpSpPr>
          <p:nvPr/>
        </p:nvGrpSpPr>
        <p:grpSpPr>
          <a:xfrm>
            <a:off x="9826702" y="5979230"/>
            <a:ext cx="2185416" cy="586592"/>
            <a:chOff x="9563100" y="1673029"/>
            <a:chExt cx="1389888" cy="373063"/>
          </a:xfrm>
        </p:grpSpPr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1FDAAE20-8701-4F6F-B157-65F7FC179F5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563100" y="1825994"/>
              <a:ext cx="1389888" cy="220098"/>
            </a:xfrm>
            <a:prstGeom prst="rect">
              <a:avLst/>
            </a:prstGeom>
          </p:spPr>
        </p:pic>
        <p:sp>
          <p:nvSpPr>
            <p:cNvPr id="4" name="Freeform 5">
              <a:extLst>
                <a:ext uri="{FF2B5EF4-FFF2-40B4-BE49-F238E27FC236}">
                  <a16:creationId xmlns:a16="http://schemas.microsoft.com/office/drawing/2014/main" id="{360132F0-E742-436A-BC62-747967D00187}"/>
                </a:ext>
              </a:extLst>
            </p:cNvPr>
            <p:cNvSpPr>
              <a:spLocks/>
            </p:cNvSpPr>
            <p:nvPr/>
          </p:nvSpPr>
          <p:spPr bwMode="auto">
            <a:xfrm>
              <a:off x="10373550" y="1673029"/>
              <a:ext cx="136525" cy="147638"/>
            </a:xfrm>
            <a:custGeom>
              <a:avLst/>
              <a:gdLst>
                <a:gd name="T0" fmla="*/ 0 w 86"/>
                <a:gd name="T1" fmla="*/ 66 h 93"/>
                <a:gd name="T2" fmla="*/ 50 w 86"/>
                <a:gd name="T3" fmla="*/ 47 h 93"/>
                <a:gd name="T4" fmla="*/ 0 w 86"/>
                <a:gd name="T5" fmla="*/ 27 h 93"/>
                <a:gd name="T6" fmla="*/ 0 w 86"/>
                <a:gd name="T7" fmla="*/ 0 h 93"/>
                <a:gd name="T8" fmla="*/ 86 w 86"/>
                <a:gd name="T9" fmla="*/ 35 h 93"/>
                <a:gd name="T10" fmla="*/ 86 w 86"/>
                <a:gd name="T11" fmla="*/ 57 h 93"/>
                <a:gd name="T12" fmla="*/ 0 w 86"/>
                <a:gd name="T13" fmla="*/ 93 h 93"/>
                <a:gd name="T14" fmla="*/ 0 w 86"/>
                <a:gd name="T15" fmla="*/ 66 h 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86" h="93">
                  <a:moveTo>
                    <a:pt x="0" y="66"/>
                  </a:moveTo>
                  <a:lnTo>
                    <a:pt x="50" y="47"/>
                  </a:lnTo>
                  <a:lnTo>
                    <a:pt x="0" y="27"/>
                  </a:lnTo>
                  <a:lnTo>
                    <a:pt x="0" y="0"/>
                  </a:lnTo>
                  <a:lnTo>
                    <a:pt x="86" y="35"/>
                  </a:lnTo>
                  <a:lnTo>
                    <a:pt x="86" y="57"/>
                  </a:lnTo>
                  <a:lnTo>
                    <a:pt x="0" y="93"/>
                  </a:lnTo>
                  <a:lnTo>
                    <a:pt x="0" y="66"/>
                  </a:lnTo>
                  <a:close/>
                </a:path>
              </a:pathLst>
            </a:custGeom>
            <a:solidFill>
              <a:srgbClr val="7900BF"/>
            </a:solidFill>
            <a:ln w="9525">
              <a:solidFill>
                <a:srgbClr val="7900BF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FF00"/>
                </a:solidFill>
                <a:effectLst/>
                <a:uLnTx/>
                <a:uFillTx/>
              </a:endParaRPr>
            </a:p>
          </p:txBody>
        </p:sp>
      </p:grpSp>
      <p:sp>
        <p:nvSpPr>
          <p:cNvPr id="5" name="Title 4">
            <a:extLst>
              <a:ext uri="{FF2B5EF4-FFF2-40B4-BE49-F238E27FC236}">
                <a16:creationId xmlns:a16="http://schemas.microsoft.com/office/drawing/2014/main" id="{F684E18E-E26D-4027-8B99-DD9948E7A8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381000"/>
            <a:ext cx="11430000" cy="531978"/>
          </a:xfrm>
        </p:spPr>
        <p:txBody>
          <a:bodyPr>
            <a:normAutofit/>
          </a:bodyPr>
          <a:lstStyle/>
          <a:p>
            <a:r>
              <a:rPr lang="en-US" sz="3200" cap="none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Controller - Basic Features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400D49D-B371-4693-9912-63BD6D84CE40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/>
        <p:txBody>
          <a:bodyPr/>
          <a:lstStyle/>
          <a:p>
            <a:fld id="{4F9AC08D-23A9-440E-BCB9-AA1E9877CC38}" type="slidenum">
              <a:rPr lang="en-US" smtClean="0"/>
              <a:pPr/>
              <a:t>20</a:t>
            </a:fld>
            <a:endParaRPr 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343734" y="1043797"/>
            <a:ext cx="11678933" cy="4801314"/>
          </a:xfrm>
          <a:prstGeom prst="rect">
            <a:avLst/>
          </a:prstGeom>
          <a:noFill/>
          <a:effectLst>
            <a:softEdge rad="127000"/>
          </a:effectLst>
        </p:spPr>
        <p:txBody>
          <a:bodyPr wrap="square" lIns="0" tIns="0" rIns="0" bIns="45720" rtlCol="0">
            <a:spAutoFit/>
          </a:bodyPr>
          <a:lstStyle/>
          <a:p>
            <a:pPr>
              <a:lnSpc>
                <a:spcPct val="150000"/>
              </a:lnSpc>
              <a:buFont typeface="Wingdings" pitchFamily="2" charset="2"/>
              <a:buChar char="§"/>
            </a:pPr>
            <a:r>
              <a:rPr lang="en-IN" sz="1400" dirty="0"/>
              <a:t>  Select the scripts -&gt; click Add</a:t>
            </a:r>
            <a:endParaRPr lang="en-IN" sz="1600" dirty="0"/>
          </a:p>
          <a:p>
            <a:endParaRPr lang="en-IN" sz="1600" dirty="0"/>
          </a:p>
          <a:p>
            <a:endParaRPr lang="en-IN" sz="1600" dirty="0"/>
          </a:p>
          <a:p>
            <a:endParaRPr lang="en-IN" sz="1600" dirty="0"/>
          </a:p>
          <a:p>
            <a:endParaRPr lang="en-IN" sz="1600" dirty="0"/>
          </a:p>
          <a:p>
            <a:endParaRPr lang="en-IN" sz="1600" dirty="0"/>
          </a:p>
          <a:p>
            <a:endParaRPr lang="en-IN" sz="1600" dirty="0"/>
          </a:p>
          <a:p>
            <a:endParaRPr lang="en-IN" sz="1600" dirty="0"/>
          </a:p>
          <a:p>
            <a:endParaRPr lang="en-IN" sz="1600" dirty="0"/>
          </a:p>
          <a:p>
            <a:endParaRPr lang="en-IN" sz="1600" dirty="0"/>
          </a:p>
          <a:p>
            <a:endParaRPr lang="en-IN" sz="1600" dirty="0"/>
          </a:p>
          <a:p>
            <a:endParaRPr lang="en-IN" sz="1600" dirty="0"/>
          </a:p>
          <a:p>
            <a:endParaRPr lang="en-IN" sz="1600" dirty="0"/>
          </a:p>
          <a:p>
            <a:endParaRPr lang="en-IN" sz="1600" dirty="0"/>
          </a:p>
          <a:p>
            <a:endParaRPr lang="en-IN" sz="1600" dirty="0"/>
          </a:p>
          <a:p>
            <a:endParaRPr lang="en-IN" sz="1600" dirty="0"/>
          </a:p>
          <a:p>
            <a:endParaRPr lang="en-IN" sz="1600" dirty="0"/>
          </a:p>
          <a:p>
            <a:endParaRPr lang="en-IN" sz="1600" dirty="0"/>
          </a:p>
          <a:p>
            <a:endParaRPr lang="en-IN" sz="1600" dirty="0"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533400" y="1349791"/>
            <a:ext cx="4106333" cy="33077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5125" name="Picture 5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5444067" y="1344020"/>
            <a:ext cx="6282267" cy="421857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2" name="TextBox 11"/>
          <p:cNvSpPr txBox="1"/>
          <p:nvPr/>
        </p:nvSpPr>
        <p:spPr>
          <a:xfrm>
            <a:off x="5461006" y="1126070"/>
            <a:ext cx="1354662" cy="261610"/>
          </a:xfrm>
          <a:prstGeom prst="rect">
            <a:avLst/>
          </a:prstGeom>
          <a:noFill/>
        </p:spPr>
        <p:txBody>
          <a:bodyPr wrap="square" lIns="0" tIns="0" rIns="0" bIns="45720" rtlCol="0">
            <a:spAutoFit/>
          </a:bodyPr>
          <a:lstStyle/>
          <a:p>
            <a:pPr>
              <a:buFont typeface="Wingdings" pitchFamily="2" charset="2"/>
              <a:buChar char="§"/>
            </a:pPr>
            <a:r>
              <a:rPr lang="en-IN" sz="1400" dirty="0"/>
              <a:t> Test  scenario</a:t>
            </a:r>
          </a:p>
        </p:txBody>
      </p:sp>
      <p:grpSp>
        <p:nvGrpSpPr>
          <p:cNvPr id="16" name="Group 15"/>
          <p:cNvGrpSpPr/>
          <p:nvPr/>
        </p:nvGrpSpPr>
        <p:grpSpPr>
          <a:xfrm>
            <a:off x="4648199" y="2726267"/>
            <a:ext cx="812799" cy="482600"/>
            <a:chOff x="4715933" y="2726267"/>
            <a:chExt cx="762000" cy="482600"/>
          </a:xfrm>
        </p:grpSpPr>
        <p:sp>
          <p:nvSpPr>
            <p:cNvPr id="13" name="Right Arrow 12"/>
            <p:cNvSpPr/>
            <p:nvPr/>
          </p:nvSpPr>
          <p:spPr>
            <a:xfrm>
              <a:off x="4715933" y="2726267"/>
              <a:ext cx="762000" cy="482600"/>
            </a:xfrm>
            <a:prstGeom prst="rightArrow">
              <a:avLst/>
            </a:prstGeom>
            <a:solidFill>
              <a:srgbClr val="5F009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1600" dirty="0"/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4758265" y="2877606"/>
              <a:ext cx="702733" cy="230832"/>
            </a:xfrm>
            <a:prstGeom prst="rect">
              <a:avLst/>
            </a:prstGeom>
            <a:noFill/>
          </p:spPr>
          <p:txBody>
            <a:bodyPr wrap="square" lIns="0" tIns="0" rIns="0" bIns="45720" rtlCol="0">
              <a:spAutoFit/>
            </a:bodyPr>
            <a:lstStyle/>
            <a:p>
              <a:r>
                <a:rPr lang="en-IN" sz="1200" b="1" dirty="0">
                  <a:solidFill>
                    <a:schemeClr val="bg1"/>
                  </a:solidFill>
                </a:rPr>
                <a:t>Click OK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67791131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F3605E5D-5A00-41EE-A1CD-803DF3F0A167}"/>
              </a:ext>
            </a:extLst>
          </p:cNvPr>
          <p:cNvGrpSpPr>
            <a:grpSpLocks noChangeAspect="1"/>
          </p:cNvGrpSpPr>
          <p:nvPr/>
        </p:nvGrpSpPr>
        <p:grpSpPr>
          <a:xfrm>
            <a:off x="9826702" y="5979230"/>
            <a:ext cx="2185416" cy="586592"/>
            <a:chOff x="9563100" y="1673029"/>
            <a:chExt cx="1389888" cy="373063"/>
          </a:xfrm>
        </p:grpSpPr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1FDAAE20-8701-4F6F-B157-65F7FC179F5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563100" y="1825994"/>
              <a:ext cx="1389888" cy="220098"/>
            </a:xfrm>
            <a:prstGeom prst="rect">
              <a:avLst/>
            </a:prstGeom>
          </p:spPr>
        </p:pic>
        <p:sp>
          <p:nvSpPr>
            <p:cNvPr id="4" name="Freeform 5">
              <a:extLst>
                <a:ext uri="{FF2B5EF4-FFF2-40B4-BE49-F238E27FC236}">
                  <a16:creationId xmlns:a16="http://schemas.microsoft.com/office/drawing/2014/main" id="{360132F0-E742-436A-BC62-747967D00187}"/>
                </a:ext>
              </a:extLst>
            </p:cNvPr>
            <p:cNvSpPr>
              <a:spLocks/>
            </p:cNvSpPr>
            <p:nvPr/>
          </p:nvSpPr>
          <p:spPr bwMode="auto">
            <a:xfrm>
              <a:off x="10373550" y="1673029"/>
              <a:ext cx="136525" cy="147638"/>
            </a:xfrm>
            <a:custGeom>
              <a:avLst/>
              <a:gdLst>
                <a:gd name="T0" fmla="*/ 0 w 86"/>
                <a:gd name="T1" fmla="*/ 66 h 93"/>
                <a:gd name="T2" fmla="*/ 50 w 86"/>
                <a:gd name="T3" fmla="*/ 47 h 93"/>
                <a:gd name="T4" fmla="*/ 0 w 86"/>
                <a:gd name="T5" fmla="*/ 27 h 93"/>
                <a:gd name="T6" fmla="*/ 0 w 86"/>
                <a:gd name="T7" fmla="*/ 0 h 93"/>
                <a:gd name="T8" fmla="*/ 86 w 86"/>
                <a:gd name="T9" fmla="*/ 35 h 93"/>
                <a:gd name="T10" fmla="*/ 86 w 86"/>
                <a:gd name="T11" fmla="*/ 57 h 93"/>
                <a:gd name="T12" fmla="*/ 0 w 86"/>
                <a:gd name="T13" fmla="*/ 93 h 93"/>
                <a:gd name="T14" fmla="*/ 0 w 86"/>
                <a:gd name="T15" fmla="*/ 66 h 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86" h="93">
                  <a:moveTo>
                    <a:pt x="0" y="66"/>
                  </a:moveTo>
                  <a:lnTo>
                    <a:pt x="50" y="47"/>
                  </a:lnTo>
                  <a:lnTo>
                    <a:pt x="0" y="27"/>
                  </a:lnTo>
                  <a:lnTo>
                    <a:pt x="0" y="0"/>
                  </a:lnTo>
                  <a:lnTo>
                    <a:pt x="86" y="35"/>
                  </a:lnTo>
                  <a:lnTo>
                    <a:pt x="86" y="57"/>
                  </a:lnTo>
                  <a:lnTo>
                    <a:pt x="0" y="93"/>
                  </a:lnTo>
                  <a:lnTo>
                    <a:pt x="0" y="66"/>
                  </a:lnTo>
                  <a:close/>
                </a:path>
              </a:pathLst>
            </a:custGeom>
            <a:solidFill>
              <a:srgbClr val="7900BF"/>
            </a:solidFill>
            <a:ln w="9525">
              <a:solidFill>
                <a:srgbClr val="7900BF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FF00"/>
                </a:solidFill>
                <a:effectLst/>
                <a:uLnTx/>
                <a:uFillTx/>
              </a:endParaRPr>
            </a:p>
          </p:txBody>
        </p:sp>
      </p:grpSp>
      <p:sp>
        <p:nvSpPr>
          <p:cNvPr id="5" name="Title 4">
            <a:extLst>
              <a:ext uri="{FF2B5EF4-FFF2-40B4-BE49-F238E27FC236}">
                <a16:creationId xmlns:a16="http://schemas.microsoft.com/office/drawing/2014/main" id="{F684E18E-E26D-4027-8B99-DD9948E7A8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381000"/>
            <a:ext cx="11430000" cy="531978"/>
          </a:xfrm>
        </p:spPr>
        <p:txBody>
          <a:bodyPr>
            <a:normAutofit/>
          </a:bodyPr>
          <a:lstStyle/>
          <a:p>
            <a:r>
              <a:rPr lang="en-US" sz="3200" cap="none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Controller - Basic Features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400D49D-B371-4693-9912-63BD6D84CE40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/>
        <p:txBody>
          <a:bodyPr/>
          <a:lstStyle/>
          <a:p>
            <a:fld id="{4F9AC08D-23A9-440E-BCB9-AA1E9877CC38}" type="slidenum">
              <a:rPr lang="en-US" smtClean="0"/>
              <a:pPr/>
              <a:t>21</a:t>
            </a:fld>
            <a:endParaRPr 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285750" y="895350"/>
            <a:ext cx="11515725" cy="5093702"/>
          </a:xfrm>
          <a:prstGeom prst="rect">
            <a:avLst/>
          </a:prstGeom>
          <a:noFill/>
          <a:effectLst>
            <a:softEdge rad="127000"/>
          </a:effectLst>
        </p:spPr>
        <p:txBody>
          <a:bodyPr wrap="square" lIns="0" tIns="0" rIns="0" bIns="45720" rtlCol="0">
            <a:spAutoFit/>
          </a:bodyPr>
          <a:lstStyle/>
          <a:p>
            <a:pPr>
              <a:lnSpc>
                <a:spcPct val="150000"/>
              </a:lnSpc>
              <a:buFont typeface="Wingdings" pitchFamily="2" charset="2"/>
              <a:buChar char="Ø"/>
            </a:pPr>
            <a:r>
              <a:rPr lang="en-IN" sz="1600" b="1" u="sng" dirty="0"/>
              <a:t> Scenario Group</a:t>
            </a:r>
          </a:p>
          <a:p>
            <a:pPr>
              <a:lnSpc>
                <a:spcPct val="150000"/>
              </a:lnSpc>
              <a:buFont typeface="Wingdings" pitchFamily="2" charset="2"/>
              <a:buChar char="Ø"/>
            </a:pPr>
            <a:endParaRPr lang="en-IN" sz="1600" b="1" u="sng" dirty="0"/>
          </a:p>
          <a:p>
            <a:pPr>
              <a:lnSpc>
                <a:spcPct val="150000"/>
              </a:lnSpc>
              <a:buFont typeface="Wingdings" pitchFamily="2" charset="2"/>
              <a:buChar char="Ø"/>
            </a:pPr>
            <a:endParaRPr lang="en-IN" sz="1600" b="1" u="sng" dirty="0"/>
          </a:p>
          <a:p>
            <a:pPr>
              <a:lnSpc>
                <a:spcPct val="150000"/>
              </a:lnSpc>
              <a:buFont typeface="Wingdings" pitchFamily="2" charset="2"/>
              <a:buChar char="Ø"/>
            </a:pPr>
            <a:endParaRPr lang="en-IN" sz="1600" b="1" u="sng" dirty="0"/>
          </a:p>
          <a:p>
            <a:pPr>
              <a:lnSpc>
                <a:spcPct val="150000"/>
              </a:lnSpc>
              <a:buFont typeface="Wingdings" pitchFamily="2" charset="2"/>
              <a:buChar char="Ø"/>
            </a:pPr>
            <a:endParaRPr lang="en-IN" sz="1600" b="1" u="sng" dirty="0"/>
          </a:p>
          <a:p>
            <a:endParaRPr lang="en-IN" sz="1600" dirty="0"/>
          </a:p>
          <a:p>
            <a:endParaRPr lang="en-IN" sz="1600" dirty="0"/>
          </a:p>
          <a:p>
            <a:endParaRPr lang="en-IN" sz="1600" dirty="0"/>
          </a:p>
          <a:p>
            <a:endParaRPr lang="en-IN" sz="1600" dirty="0"/>
          </a:p>
          <a:p>
            <a:endParaRPr lang="en-IN" sz="1600" dirty="0"/>
          </a:p>
          <a:p>
            <a:endParaRPr lang="en-IN" sz="1600" dirty="0"/>
          </a:p>
          <a:p>
            <a:endParaRPr lang="en-IN" sz="1600" dirty="0"/>
          </a:p>
          <a:p>
            <a:endParaRPr lang="en-IN" sz="1600" dirty="0"/>
          </a:p>
          <a:p>
            <a:endParaRPr lang="en-IN" sz="1600" dirty="0"/>
          </a:p>
          <a:p>
            <a:endParaRPr lang="en-IN" sz="1600" dirty="0"/>
          </a:p>
          <a:p>
            <a:endParaRPr lang="en-IN" sz="1600" dirty="0"/>
          </a:p>
          <a:p>
            <a:endParaRPr lang="en-IN" sz="1600" dirty="0"/>
          </a:p>
          <a:p>
            <a:endParaRPr lang="en-IN" sz="1600" dirty="0"/>
          </a:p>
        </p:txBody>
      </p:sp>
      <p:grpSp>
        <p:nvGrpSpPr>
          <p:cNvPr id="129" name="Group 128"/>
          <p:cNvGrpSpPr/>
          <p:nvPr/>
        </p:nvGrpSpPr>
        <p:grpSpPr>
          <a:xfrm>
            <a:off x="1745898" y="1187994"/>
            <a:ext cx="9681962" cy="2183857"/>
            <a:chOff x="846808" y="1038399"/>
            <a:chExt cx="10766688" cy="2488498"/>
          </a:xfrm>
        </p:grpSpPr>
        <p:pic>
          <p:nvPicPr>
            <p:cNvPr id="6147" name="Picture 3"/>
            <p:cNvPicPr>
              <a:picLocks noChangeAspect="1" noChangeArrowheads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 bwMode="auto">
            <a:xfrm>
              <a:off x="2390615" y="1617134"/>
              <a:ext cx="8022326" cy="190976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  <p:cxnSp>
          <p:nvCxnSpPr>
            <p:cNvPr id="17" name="Straight Arrow Connector 16"/>
            <p:cNvCxnSpPr/>
            <p:nvPr/>
          </p:nvCxnSpPr>
          <p:spPr>
            <a:xfrm>
              <a:off x="1939636" y="1835727"/>
              <a:ext cx="495235" cy="11594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TextBox 19"/>
            <p:cNvSpPr txBox="1"/>
            <p:nvPr/>
          </p:nvSpPr>
          <p:spPr>
            <a:xfrm>
              <a:off x="1651961" y="2610622"/>
              <a:ext cx="557451" cy="263032"/>
            </a:xfrm>
            <a:prstGeom prst="rect">
              <a:avLst/>
            </a:prstGeom>
            <a:solidFill>
              <a:srgbClr val="5F0095"/>
            </a:solidFill>
          </p:spPr>
          <p:txBody>
            <a:bodyPr wrap="square" lIns="0" tIns="0" rIns="0" bIns="45720" rtlCol="0">
              <a:spAutoFit/>
            </a:bodyPr>
            <a:lstStyle/>
            <a:p>
              <a:pPr algn="ctr"/>
              <a:r>
                <a:rPr lang="en-IN" sz="1200" dirty="0">
                  <a:solidFill>
                    <a:schemeClr val="bg1"/>
                  </a:solidFill>
                </a:rPr>
                <a:t>Run</a:t>
              </a:r>
            </a:p>
          </p:txBody>
        </p:sp>
        <p:cxnSp>
          <p:nvCxnSpPr>
            <p:cNvPr id="23" name="Straight Connector 22"/>
            <p:cNvCxnSpPr/>
            <p:nvPr/>
          </p:nvCxnSpPr>
          <p:spPr>
            <a:xfrm rot="5400000">
              <a:off x="1559636" y="2219969"/>
              <a:ext cx="757299" cy="2688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09" name="Group 108"/>
            <p:cNvGrpSpPr/>
            <p:nvPr/>
          </p:nvGrpSpPr>
          <p:grpSpPr>
            <a:xfrm>
              <a:off x="1742436" y="1574800"/>
              <a:ext cx="889642" cy="219074"/>
              <a:chOff x="1742436" y="1574800"/>
              <a:chExt cx="889642" cy="219074"/>
            </a:xfrm>
          </p:grpSpPr>
          <p:cxnSp>
            <p:nvCxnSpPr>
              <p:cNvPr id="30" name="Straight Arrow Connector 29"/>
              <p:cNvCxnSpPr/>
              <p:nvPr/>
            </p:nvCxnSpPr>
            <p:spPr>
              <a:xfrm rot="16200000" flipH="1">
                <a:off x="2522222" y="1684017"/>
                <a:ext cx="219074" cy="639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" name="Straight Connector 35"/>
              <p:cNvCxnSpPr/>
              <p:nvPr/>
            </p:nvCxnSpPr>
            <p:spPr>
              <a:xfrm rot="10800000">
                <a:off x="1742436" y="1580976"/>
                <a:ext cx="886469" cy="925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39" name="TextBox 38"/>
            <p:cNvSpPr txBox="1"/>
            <p:nvPr/>
          </p:nvSpPr>
          <p:spPr>
            <a:xfrm>
              <a:off x="846808" y="1481488"/>
              <a:ext cx="1045483" cy="263032"/>
            </a:xfrm>
            <a:prstGeom prst="rect">
              <a:avLst/>
            </a:prstGeom>
            <a:solidFill>
              <a:srgbClr val="5F0095"/>
            </a:solidFill>
          </p:spPr>
          <p:txBody>
            <a:bodyPr wrap="square" lIns="0" tIns="0" rIns="0" bIns="45720" rtlCol="0">
              <a:spAutoFit/>
            </a:bodyPr>
            <a:lstStyle/>
            <a:p>
              <a:pPr algn="ctr"/>
              <a:r>
                <a:rPr lang="en-IN" sz="1200" dirty="0">
                  <a:solidFill>
                    <a:schemeClr val="bg1"/>
                  </a:solidFill>
                </a:rPr>
                <a:t>Vuser status</a:t>
              </a:r>
            </a:p>
          </p:txBody>
        </p:sp>
        <p:sp>
          <p:nvSpPr>
            <p:cNvPr id="48" name="TextBox 47"/>
            <p:cNvSpPr txBox="1"/>
            <p:nvPr/>
          </p:nvSpPr>
          <p:spPr>
            <a:xfrm>
              <a:off x="1023735" y="1125405"/>
              <a:ext cx="1512895" cy="263032"/>
            </a:xfrm>
            <a:prstGeom prst="rect">
              <a:avLst/>
            </a:prstGeom>
            <a:solidFill>
              <a:srgbClr val="5F0095"/>
            </a:solidFill>
          </p:spPr>
          <p:txBody>
            <a:bodyPr wrap="square" lIns="0" tIns="0" rIns="0" bIns="45720" rtlCol="0">
              <a:spAutoFit/>
            </a:bodyPr>
            <a:lstStyle/>
            <a:p>
              <a:pPr algn="ctr"/>
              <a:r>
                <a:rPr lang="en-IN" sz="1200" dirty="0">
                  <a:solidFill>
                    <a:schemeClr val="bg1"/>
                  </a:solidFill>
                </a:rPr>
                <a:t>Add/remove group</a:t>
              </a:r>
            </a:p>
          </p:txBody>
        </p:sp>
        <p:sp>
          <p:nvSpPr>
            <p:cNvPr id="51" name="Left Brace 50"/>
            <p:cNvSpPr/>
            <p:nvPr/>
          </p:nvSpPr>
          <p:spPr>
            <a:xfrm rot="5400000">
              <a:off x="2768788" y="1622381"/>
              <a:ext cx="174008" cy="279777"/>
            </a:xfrm>
            <a:prstGeom prst="leftBrac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cxnSp>
          <p:nvCxnSpPr>
            <p:cNvPr id="54" name="Straight Arrow Connector 53"/>
            <p:cNvCxnSpPr/>
            <p:nvPr/>
          </p:nvCxnSpPr>
          <p:spPr>
            <a:xfrm rot="10800000" flipV="1">
              <a:off x="10119824" y="2171232"/>
              <a:ext cx="590116" cy="5585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8" name="TextBox 57"/>
            <p:cNvSpPr txBox="1"/>
            <p:nvPr/>
          </p:nvSpPr>
          <p:spPr>
            <a:xfrm>
              <a:off x="10725650" y="2051886"/>
              <a:ext cx="887846" cy="263032"/>
            </a:xfrm>
            <a:prstGeom prst="rect">
              <a:avLst/>
            </a:prstGeom>
            <a:solidFill>
              <a:srgbClr val="5F0095"/>
            </a:solidFill>
          </p:spPr>
          <p:txBody>
            <a:bodyPr wrap="square" lIns="0" tIns="0" rIns="0" bIns="45720" rtlCol="0">
              <a:spAutoFit/>
            </a:bodyPr>
            <a:lstStyle/>
            <a:p>
              <a:pPr algn="ctr"/>
              <a:r>
                <a:rPr lang="en-IN" sz="1200" dirty="0">
                  <a:solidFill>
                    <a:schemeClr val="bg1"/>
                  </a:solidFill>
                </a:rPr>
                <a:t>Select LG</a:t>
              </a:r>
            </a:p>
          </p:txBody>
        </p:sp>
        <p:grpSp>
          <p:nvGrpSpPr>
            <p:cNvPr id="108" name="Group 107"/>
            <p:cNvGrpSpPr/>
            <p:nvPr/>
          </p:nvGrpSpPr>
          <p:grpSpPr>
            <a:xfrm>
              <a:off x="2529840" y="1259840"/>
              <a:ext cx="325952" cy="401778"/>
              <a:chOff x="2529840" y="1259840"/>
              <a:chExt cx="325952" cy="401778"/>
            </a:xfrm>
          </p:grpSpPr>
          <p:cxnSp>
            <p:nvCxnSpPr>
              <p:cNvPr id="53" name="Straight Connector 52"/>
              <p:cNvCxnSpPr/>
              <p:nvPr/>
            </p:nvCxnSpPr>
            <p:spPr>
              <a:xfrm rot="16200000" flipV="1">
                <a:off x="2654487" y="1460313"/>
                <a:ext cx="396698" cy="5912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3" name="Straight Connector 62"/>
              <p:cNvCxnSpPr/>
              <p:nvPr/>
            </p:nvCxnSpPr>
            <p:spPr>
              <a:xfrm>
                <a:off x="2529840" y="1259840"/>
                <a:ext cx="325120" cy="1588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71" name="TextBox 70"/>
            <p:cNvSpPr txBox="1"/>
            <p:nvPr/>
          </p:nvSpPr>
          <p:spPr>
            <a:xfrm>
              <a:off x="3271044" y="1038399"/>
              <a:ext cx="1491718" cy="263032"/>
            </a:xfrm>
            <a:prstGeom prst="rect">
              <a:avLst/>
            </a:prstGeom>
            <a:solidFill>
              <a:srgbClr val="5F0095"/>
            </a:solidFill>
          </p:spPr>
          <p:txBody>
            <a:bodyPr wrap="square" lIns="0" tIns="0" rIns="0" bIns="45720" rtlCol="0">
              <a:spAutoFit/>
            </a:bodyPr>
            <a:lstStyle/>
            <a:p>
              <a:pPr algn="ctr"/>
              <a:r>
                <a:rPr lang="en-IN" sz="1200" dirty="0">
                  <a:solidFill>
                    <a:schemeClr val="bg1"/>
                  </a:solidFill>
                </a:rPr>
                <a:t>Run time setting</a:t>
              </a:r>
            </a:p>
          </p:txBody>
        </p:sp>
        <p:grpSp>
          <p:nvGrpSpPr>
            <p:cNvPr id="107" name="Group 106"/>
            <p:cNvGrpSpPr/>
            <p:nvPr/>
          </p:nvGrpSpPr>
          <p:grpSpPr>
            <a:xfrm>
              <a:off x="3088640" y="1198418"/>
              <a:ext cx="172720" cy="584662"/>
              <a:chOff x="3088640" y="1198418"/>
              <a:chExt cx="172720" cy="584662"/>
            </a:xfrm>
          </p:grpSpPr>
          <p:cxnSp>
            <p:nvCxnSpPr>
              <p:cNvPr id="60" name="Straight Arrow Connector 59"/>
              <p:cNvCxnSpPr/>
              <p:nvPr/>
            </p:nvCxnSpPr>
            <p:spPr>
              <a:xfrm rot="5400000">
                <a:off x="2796771" y="1490287"/>
                <a:ext cx="584662" cy="924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9" name="Straight Connector 98"/>
              <p:cNvCxnSpPr/>
              <p:nvPr/>
            </p:nvCxnSpPr>
            <p:spPr>
              <a:xfrm>
                <a:off x="3098800" y="1209040"/>
                <a:ext cx="162560" cy="1588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06" name="Group 105"/>
            <p:cNvGrpSpPr/>
            <p:nvPr/>
          </p:nvGrpSpPr>
          <p:grpSpPr>
            <a:xfrm>
              <a:off x="3240246" y="1452880"/>
              <a:ext cx="163354" cy="320834"/>
              <a:chOff x="3240246" y="1452880"/>
              <a:chExt cx="163354" cy="320834"/>
            </a:xfrm>
          </p:grpSpPr>
          <p:cxnSp>
            <p:nvCxnSpPr>
              <p:cNvPr id="100" name="Straight Arrow Connector 99"/>
              <p:cNvCxnSpPr/>
              <p:nvPr/>
            </p:nvCxnSpPr>
            <p:spPr>
              <a:xfrm rot="5400000">
                <a:off x="3083560" y="1615440"/>
                <a:ext cx="314960" cy="1588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2" name="Straight Connector 101"/>
              <p:cNvCxnSpPr/>
              <p:nvPr/>
            </p:nvCxnSpPr>
            <p:spPr>
              <a:xfrm>
                <a:off x="3241040" y="1452880"/>
                <a:ext cx="162560" cy="1588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03" name="Group 102"/>
            <p:cNvGrpSpPr/>
            <p:nvPr/>
          </p:nvGrpSpPr>
          <p:grpSpPr>
            <a:xfrm>
              <a:off x="3404226" y="1337066"/>
              <a:ext cx="945442" cy="263032"/>
              <a:chOff x="999067" y="2005065"/>
              <a:chExt cx="708636" cy="372644"/>
            </a:xfrm>
          </p:grpSpPr>
          <p:sp>
            <p:nvSpPr>
              <p:cNvPr id="104" name="Rectangle 103"/>
              <p:cNvSpPr/>
              <p:nvPr/>
            </p:nvSpPr>
            <p:spPr>
              <a:xfrm>
                <a:off x="999067" y="2032131"/>
                <a:ext cx="708636" cy="240740"/>
              </a:xfrm>
              <a:prstGeom prst="rect">
                <a:avLst/>
              </a:prstGeom>
              <a:solidFill>
                <a:srgbClr val="5F009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sz="1600" dirty="0"/>
              </a:p>
            </p:txBody>
          </p:sp>
          <p:sp>
            <p:nvSpPr>
              <p:cNvPr id="105" name="TextBox 104"/>
              <p:cNvSpPr txBox="1"/>
              <p:nvPr/>
            </p:nvSpPr>
            <p:spPr>
              <a:xfrm>
                <a:off x="1014652" y="2005065"/>
                <a:ext cx="685112" cy="372644"/>
              </a:xfrm>
              <a:prstGeom prst="rect">
                <a:avLst/>
              </a:prstGeom>
              <a:noFill/>
            </p:spPr>
            <p:txBody>
              <a:bodyPr wrap="square" lIns="0" tIns="0" rIns="0" bIns="45720" rtlCol="0">
                <a:spAutoFit/>
              </a:bodyPr>
              <a:lstStyle/>
              <a:p>
                <a:pPr algn="ctr"/>
                <a:r>
                  <a:rPr lang="en-IN" sz="1200" dirty="0">
                    <a:solidFill>
                      <a:schemeClr val="bg1"/>
                    </a:solidFill>
                  </a:rPr>
                  <a:t>Group Info</a:t>
                </a:r>
              </a:p>
            </p:txBody>
          </p:sp>
        </p:grpSp>
        <p:grpSp>
          <p:nvGrpSpPr>
            <p:cNvPr id="110" name="Group 109"/>
            <p:cNvGrpSpPr/>
            <p:nvPr/>
          </p:nvGrpSpPr>
          <p:grpSpPr>
            <a:xfrm>
              <a:off x="3388360" y="1584899"/>
              <a:ext cx="1215518" cy="203896"/>
              <a:chOff x="3235960" y="1442024"/>
              <a:chExt cx="1215518" cy="203896"/>
            </a:xfrm>
          </p:grpSpPr>
          <p:cxnSp>
            <p:nvCxnSpPr>
              <p:cNvPr id="111" name="Straight Arrow Connector 110"/>
              <p:cNvCxnSpPr/>
              <p:nvPr/>
            </p:nvCxnSpPr>
            <p:spPr>
              <a:xfrm rot="5400000">
                <a:off x="3139440" y="1539240"/>
                <a:ext cx="203200" cy="10160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2" name="Straight Connector 111"/>
              <p:cNvCxnSpPr>
                <a:endCxn id="121" idx="1"/>
              </p:cNvCxnSpPr>
              <p:nvPr/>
            </p:nvCxnSpPr>
            <p:spPr>
              <a:xfrm>
                <a:off x="3241040" y="1442024"/>
                <a:ext cx="1210438" cy="456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21" name="TextBox 120"/>
            <p:cNvSpPr txBox="1"/>
            <p:nvPr/>
          </p:nvSpPr>
          <p:spPr>
            <a:xfrm>
              <a:off x="4603878" y="1453838"/>
              <a:ext cx="942699" cy="263032"/>
            </a:xfrm>
            <a:prstGeom prst="rect">
              <a:avLst/>
            </a:prstGeom>
            <a:solidFill>
              <a:srgbClr val="5F0095"/>
            </a:solidFill>
          </p:spPr>
          <p:txBody>
            <a:bodyPr wrap="square" lIns="0" tIns="0" rIns="0" bIns="45720" rtlCol="0">
              <a:spAutoFit/>
            </a:bodyPr>
            <a:lstStyle/>
            <a:p>
              <a:pPr algn="ctr"/>
              <a:r>
                <a:rPr lang="en-IN" sz="1200" dirty="0">
                  <a:solidFill>
                    <a:schemeClr val="bg1"/>
                  </a:solidFill>
                </a:rPr>
                <a:t>View script</a:t>
              </a:r>
            </a:p>
          </p:txBody>
        </p:sp>
        <p:cxnSp>
          <p:nvCxnSpPr>
            <p:cNvPr id="123" name="Straight Arrow Connector 122"/>
            <p:cNvCxnSpPr/>
            <p:nvPr/>
          </p:nvCxnSpPr>
          <p:spPr>
            <a:xfrm rot="5400000">
              <a:off x="8318500" y="1821180"/>
              <a:ext cx="533400" cy="1588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8" name="TextBox 127"/>
            <p:cNvSpPr txBox="1"/>
            <p:nvPr/>
          </p:nvSpPr>
          <p:spPr>
            <a:xfrm>
              <a:off x="8080639" y="1314802"/>
              <a:ext cx="1056675" cy="263032"/>
            </a:xfrm>
            <a:prstGeom prst="rect">
              <a:avLst/>
            </a:prstGeom>
            <a:solidFill>
              <a:srgbClr val="5F0095"/>
            </a:solidFill>
          </p:spPr>
          <p:txBody>
            <a:bodyPr wrap="square" lIns="0" tIns="0" rIns="0" bIns="45720" rtlCol="0">
              <a:spAutoFit/>
            </a:bodyPr>
            <a:lstStyle/>
            <a:p>
              <a:pPr algn="ctr"/>
              <a:r>
                <a:rPr lang="en-IN" sz="1200" dirty="0">
                  <a:solidFill>
                    <a:schemeClr val="bg1"/>
                  </a:solidFill>
                </a:rPr>
                <a:t>Vuser count</a:t>
              </a:r>
            </a:p>
          </p:txBody>
        </p:sp>
      </p:grpSp>
      <p:pic>
        <p:nvPicPr>
          <p:cNvPr id="6148" name="Picture 4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6619875" y="3600450"/>
            <a:ext cx="4848225" cy="1971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31" name="TextBox 130"/>
          <p:cNvSpPr txBox="1"/>
          <p:nvPr/>
        </p:nvSpPr>
        <p:spPr>
          <a:xfrm>
            <a:off x="285749" y="3362325"/>
            <a:ext cx="6267451" cy="2569934"/>
          </a:xfrm>
          <a:prstGeom prst="rect">
            <a:avLst/>
          </a:prstGeom>
          <a:noFill/>
        </p:spPr>
        <p:txBody>
          <a:bodyPr wrap="square" lIns="0" tIns="0" rIns="0" bIns="45720" rtlCol="0">
            <a:spAutoFit/>
          </a:bodyPr>
          <a:lstStyle/>
          <a:p>
            <a:pPr>
              <a:buFont typeface="Wingdings" pitchFamily="2" charset="2"/>
              <a:buChar char="Ø"/>
            </a:pPr>
            <a:r>
              <a:rPr lang="en-IN" sz="1600" b="1" u="sng" dirty="0"/>
              <a:t> Scenario Schedule</a:t>
            </a:r>
          </a:p>
          <a:p>
            <a:pPr>
              <a:buFont typeface="Wingdings" pitchFamily="2" charset="2"/>
              <a:buChar char="Ø"/>
            </a:pPr>
            <a:endParaRPr lang="en-IN" sz="600" b="1" u="sng" dirty="0"/>
          </a:p>
          <a:p>
            <a:pPr lvl="1">
              <a:buFont typeface="Wingdings" pitchFamily="2" charset="2"/>
              <a:buChar char="§"/>
            </a:pPr>
            <a:r>
              <a:rPr lang="en-IN" sz="1400" u="sng" dirty="0"/>
              <a:t> Schedule by </a:t>
            </a:r>
          </a:p>
          <a:p>
            <a:pPr lvl="2">
              <a:buFont typeface="Courier New" pitchFamily="49" charset="0"/>
              <a:buChar char="o"/>
            </a:pPr>
            <a:r>
              <a:rPr lang="en-IN" sz="1400" b="1" dirty="0"/>
              <a:t> Scenario</a:t>
            </a:r>
            <a:r>
              <a:rPr lang="en-IN" sz="1400" dirty="0"/>
              <a:t> – same schedule assign to all groups</a:t>
            </a:r>
          </a:p>
          <a:p>
            <a:pPr lvl="2">
              <a:buFont typeface="Courier New" pitchFamily="49" charset="0"/>
              <a:buChar char="o"/>
            </a:pPr>
            <a:r>
              <a:rPr lang="en-IN" sz="1400" b="1" dirty="0"/>
              <a:t> Group</a:t>
            </a:r>
            <a:r>
              <a:rPr lang="en-IN" sz="1400" dirty="0"/>
              <a:t>     – schedule assign to each group</a:t>
            </a:r>
          </a:p>
          <a:p>
            <a:pPr>
              <a:buFont typeface="Wingdings" pitchFamily="2" charset="2"/>
              <a:buChar char="Ø"/>
            </a:pPr>
            <a:endParaRPr lang="en-IN" sz="1400" b="1" u="sng" dirty="0"/>
          </a:p>
          <a:p>
            <a:pPr lvl="1">
              <a:buFont typeface="Wingdings" pitchFamily="2" charset="2"/>
              <a:buChar char="§"/>
            </a:pPr>
            <a:r>
              <a:rPr lang="en-IN" sz="1400" dirty="0"/>
              <a:t> </a:t>
            </a:r>
            <a:r>
              <a:rPr lang="en-IN" sz="1400" u="sng" dirty="0"/>
              <a:t>Run Mode</a:t>
            </a:r>
          </a:p>
          <a:p>
            <a:pPr lvl="2">
              <a:buFont typeface="Courier New" pitchFamily="49" charset="0"/>
              <a:buChar char="o"/>
            </a:pPr>
            <a:r>
              <a:rPr lang="en-IN" sz="1400" dirty="0"/>
              <a:t> </a:t>
            </a:r>
            <a:r>
              <a:rPr lang="en-IN" sz="1400" b="1" dirty="0"/>
              <a:t>Real-world schedule</a:t>
            </a:r>
            <a:r>
              <a:rPr lang="en-IN" sz="1400" dirty="0"/>
              <a:t> - different ramp-up rates and run duration can be applied</a:t>
            </a:r>
          </a:p>
          <a:p>
            <a:pPr lvl="2">
              <a:buFont typeface="Courier New" pitchFamily="49" charset="0"/>
              <a:buChar char="o"/>
            </a:pPr>
            <a:r>
              <a:rPr lang="en-IN" sz="1400" b="1" dirty="0"/>
              <a:t> Basic schedule</a:t>
            </a:r>
            <a:r>
              <a:rPr lang="en-IN" sz="1400" dirty="0"/>
              <a:t> – singe ramp-up and run duration is set for each/all groups</a:t>
            </a:r>
          </a:p>
          <a:p>
            <a:endParaRPr lang="en-IN" sz="1600" dirty="0"/>
          </a:p>
        </p:txBody>
      </p:sp>
    </p:spTree>
    <p:extLst>
      <p:ext uri="{BB962C8B-B14F-4D97-AF65-F5344CB8AC3E}">
        <p14:creationId xmlns:p14="http://schemas.microsoft.com/office/powerpoint/2010/main" val="209669644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F3605E5D-5A00-41EE-A1CD-803DF3F0A167}"/>
              </a:ext>
            </a:extLst>
          </p:cNvPr>
          <p:cNvGrpSpPr>
            <a:grpSpLocks noChangeAspect="1"/>
          </p:cNvGrpSpPr>
          <p:nvPr/>
        </p:nvGrpSpPr>
        <p:grpSpPr>
          <a:xfrm>
            <a:off x="9826702" y="5979230"/>
            <a:ext cx="2185416" cy="586592"/>
            <a:chOff x="9563100" y="1673029"/>
            <a:chExt cx="1389888" cy="373063"/>
          </a:xfrm>
        </p:grpSpPr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1FDAAE20-8701-4F6F-B157-65F7FC179F5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563100" y="1825994"/>
              <a:ext cx="1389888" cy="220098"/>
            </a:xfrm>
            <a:prstGeom prst="rect">
              <a:avLst/>
            </a:prstGeom>
          </p:spPr>
        </p:pic>
        <p:sp>
          <p:nvSpPr>
            <p:cNvPr id="4" name="Freeform 5">
              <a:extLst>
                <a:ext uri="{FF2B5EF4-FFF2-40B4-BE49-F238E27FC236}">
                  <a16:creationId xmlns:a16="http://schemas.microsoft.com/office/drawing/2014/main" id="{360132F0-E742-436A-BC62-747967D00187}"/>
                </a:ext>
              </a:extLst>
            </p:cNvPr>
            <p:cNvSpPr>
              <a:spLocks/>
            </p:cNvSpPr>
            <p:nvPr/>
          </p:nvSpPr>
          <p:spPr bwMode="auto">
            <a:xfrm>
              <a:off x="10373550" y="1673029"/>
              <a:ext cx="136525" cy="147638"/>
            </a:xfrm>
            <a:custGeom>
              <a:avLst/>
              <a:gdLst>
                <a:gd name="T0" fmla="*/ 0 w 86"/>
                <a:gd name="T1" fmla="*/ 66 h 93"/>
                <a:gd name="T2" fmla="*/ 50 w 86"/>
                <a:gd name="T3" fmla="*/ 47 h 93"/>
                <a:gd name="T4" fmla="*/ 0 w 86"/>
                <a:gd name="T5" fmla="*/ 27 h 93"/>
                <a:gd name="T6" fmla="*/ 0 w 86"/>
                <a:gd name="T7" fmla="*/ 0 h 93"/>
                <a:gd name="T8" fmla="*/ 86 w 86"/>
                <a:gd name="T9" fmla="*/ 35 h 93"/>
                <a:gd name="T10" fmla="*/ 86 w 86"/>
                <a:gd name="T11" fmla="*/ 57 h 93"/>
                <a:gd name="T12" fmla="*/ 0 w 86"/>
                <a:gd name="T13" fmla="*/ 93 h 93"/>
                <a:gd name="T14" fmla="*/ 0 w 86"/>
                <a:gd name="T15" fmla="*/ 66 h 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86" h="93">
                  <a:moveTo>
                    <a:pt x="0" y="66"/>
                  </a:moveTo>
                  <a:lnTo>
                    <a:pt x="50" y="47"/>
                  </a:lnTo>
                  <a:lnTo>
                    <a:pt x="0" y="27"/>
                  </a:lnTo>
                  <a:lnTo>
                    <a:pt x="0" y="0"/>
                  </a:lnTo>
                  <a:lnTo>
                    <a:pt x="86" y="35"/>
                  </a:lnTo>
                  <a:lnTo>
                    <a:pt x="86" y="57"/>
                  </a:lnTo>
                  <a:lnTo>
                    <a:pt x="0" y="93"/>
                  </a:lnTo>
                  <a:lnTo>
                    <a:pt x="0" y="66"/>
                  </a:lnTo>
                  <a:close/>
                </a:path>
              </a:pathLst>
            </a:custGeom>
            <a:solidFill>
              <a:srgbClr val="7900BF"/>
            </a:solidFill>
            <a:ln w="9525">
              <a:solidFill>
                <a:srgbClr val="7900BF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FF00"/>
                </a:solidFill>
                <a:effectLst/>
                <a:uLnTx/>
                <a:uFillTx/>
              </a:endParaRPr>
            </a:p>
          </p:txBody>
        </p:sp>
      </p:grpSp>
      <p:sp>
        <p:nvSpPr>
          <p:cNvPr id="5" name="Title 4">
            <a:extLst>
              <a:ext uri="{FF2B5EF4-FFF2-40B4-BE49-F238E27FC236}">
                <a16:creationId xmlns:a16="http://schemas.microsoft.com/office/drawing/2014/main" id="{F684E18E-E26D-4027-8B99-DD9948E7A8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381000"/>
            <a:ext cx="11430000" cy="531978"/>
          </a:xfrm>
        </p:spPr>
        <p:txBody>
          <a:bodyPr>
            <a:normAutofit/>
          </a:bodyPr>
          <a:lstStyle/>
          <a:p>
            <a:r>
              <a:rPr lang="en-US" sz="3200" cap="none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Controller - Basic Features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400D49D-B371-4693-9912-63BD6D84CE40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/>
        <p:txBody>
          <a:bodyPr/>
          <a:lstStyle/>
          <a:p>
            <a:fld id="{4F9AC08D-23A9-440E-BCB9-AA1E9877CC38}" type="slidenum">
              <a:rPr lang="en-US" smtClean="0"/>
              <a:pPr/>
              <a:t>22</a:t>
            </a:fld>
            <a:endParaRPr 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285750" y="895350"/>
            <a:ext cx="11515725" cy="5216813"/>
          </a:xfrm>
          <a:prstGeom prst="rect">
            <a:avLst/>
          </a:prstGeom>
          <a:noFill/>
          <a:effectLst>
            <a:softEdge rad="127000"/>
          </a:effectLst>
        </p:spPr>
        <p:txBody>
          <a:bodyPr wrap="square" lIns="0" tIns="0" rIns="0" bIns="45720" rtlCol="0">
            <a:spAutoFit/>
          </a:bodyPr>
          <a:lstStyle/>
          <a:p>
            <a:pPr>
              <a:buFont typeface="Wingdings" pitchFamily="2" charset="2"/>
              <a:buChar char="Ø"/>
            </a:pPr>
            <a:r>
              <a:rPr lang="en-IN" sz="1600" dirty="0"/>
              <a:t>Real world scenario</a:t>
            </a:r>
          </a:p>
          <a:p>
            <a:pPr>
              <a:buFont typeface="Wingdings" pitchFamily="2" charset="2"/>
              <a:buChar char="Ø"/>
            </a:pPr>
            <a:endParaRPr lang="en-IN" sz="1600" dirty="0"/>
          </a:p>
          <a:p>
            <a:pPr>
              <a:buFont typeface="Wingdings" pitchFamily="2" charset="2"/>
              <a:buChar char="Ø"/>
            </a:pPr>
            <a:endParaRPr lang="en-IN" sz="1600" dirty="0"/>
          </a:p>
          <a:p>
            <a:pPr>
              <a:buFont typeface="Wingdings" pitchFamily="2" charset="2"/>
              <a:buChar char="Ø"/>
            </a:pPr>
            <a:endParaRPr lang="en-IN" sz="1600" dirty="0"/>
          </a:p>
          <a:p>
            <a:pPr>
              <a:buFont typeface="Wingdings" pitchFamily="2" charset="2"/>
              <a:buChar char="Ø"/>
            </a:pPr>
            <a:endParaRPr lang="en-IN" sz="1600" dirty="0"/>
          </a:p>
          <a:p>
            <a:pPr>
              <a:buFont typeface="Wingdings" pitchFamily="2" charset="2"/>
              <a:buChar char="Ø"/>
            </a:pPr>
            <a:endParaRPr lang="en-IN" sz="1600" dirty="0"/>
          </a:p>
          <a:p>
            <a:pPr>
              <a:buFont typeface="Wingdings" pitchFamily="2" charset="2"/>
              <a:buChar char="Ø"/>
            </a:pPr>
            <a:endParaRPr lang="en-IN" sz="1600" dirty="0"/>
          </a:p>
          <a:p>
            <a:pPr>
              <a:buFont typeface="Wingdings" pitchFamily="2" charset="2"/>
              <a:buChar char="Ø"/>
            </a:pPr>
            <a:endParaRPr lang="en-IN" sz="1600" dirty="0"/>
          </a:p>
          <a:p>
            <a:pPr>
              <a:buFont typeface="Wingdings" pitchFamily="2" charset="2"/>
              <a:buChar char="Ø"/>
            </a:pPr>
            <a:endParaRPr lang="en-IN" sz="1600" dirty="0"/>
          </a:p>
          <a:p>
            <a:pPr>
              <a:buFont typeface="Wingdings" pitchFamily="2" charset="2"/>
              <a:buChar char="Ø"/>
            </a:pPr>
            <a:endParaRPr lang="en-IN" sz="1600" dirty="0"/>
          </a:p>
          <a:p>
            <a:pPr>
              <a:buFont typeface="Wingdings" pitchFamily="2" charset="2"/>
              <a:buChar char="Ø"/>
            </a:pPr>
            <a:endParaRPr lang="en-IN" sz="1600" dirty="0"/>
          </a:p>
          <a:p>
            <a:pPr>
              <a:buFont typeface="Wingdings" pitchFamily="2" charset="2"/>
              <a:buChar char="Ø"/>
            </a:pPr>
            <a:r>
              <a:rPr lang="en-IN" sz="1600" dirty="0"/>
              <a:t>Basic schedule scenario</a:t>
            </a:r>
          </a:p>
          <a:p>
            <a:pPr>
              <a:buFont typeface="Wingdings" pitchFamily="2" charset="2"/>
              <a:buChar char="Ø"/>
            </a:pPr>
            <a:endParaRPr lang="en-IN" sz="1600" dirty="0"/>
          </a:p>
          <a:p>
            <a:pPr>
              <a:buFont typeface="Wingdings" pitchFamily="2" charset="2"/>
              <a:buChar char="Ø"/>
            </a:pPr>
            <a:endParaRPr lang="en-IN" sz="1600" dirty="0"/>
          </a:p>
          <a:p>
            <a:pPr>
              <a:buFont typeface="Wingdings" pitchFamily="2" charset="2"/>
              <a:buChar char="Ø"/>
            </a:pPr>
            <a:endParaRPr lang="en-IN" sz="1600" dirty="0"/>
          </a:p>
          <a:p>
            <a:pPr>
              <a:buFont typeface="Wingdings" pitchFamily="2" charset="2"/>
              <a:buChar char="Ø"/>
            </a:pPr>
            <a:endParaRPr lang="en-IN" sz="1600" dirty="0"/>
          </a:p>
          <a:p>
            <a:pPr>
              <a:buFont typeface="Wingdings" pitchFamily="2" charset="2"/>
              <a:buChar char="Ø"/>
            </a:pPr>
            <a:endParaRPr lang="en-IN" sz="1600" dirty="0"/>
          </a:p>
          <a:p>
            <a:pPr>
              <a:buFont typeface="Wingdings" pitchFamily="2" charset="2"/>
              <a:buChar char="Ø"/>
            </a:pPr>
            <a:endParaRPr lang="en-IN" sz="1600" dirty="0"/>
          </a:p>
          <a:p>
            <a:endParaRPr lang="en-IN" sz="1600" dirty="0"/>
          </a:p>
          <a:p>
            <a:endParaRPr lang="en-IN" sz="1600" dirty="0"/>
          </a:p>
          <a:p>
            <a:endParaRPr lang="en-IN" sz="1600" dirty="0"/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666875" y="3833378"/>
            <a:ext cx="7553325" cy="20313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7171" name="Picture 3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1676400" y="1270974"/>
            <a:ext cx="7562848" cy="200562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223752248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F3605E5D-5A00-41EE-A1CD-803DF3F0A167}"/>
              </a:ext>
            </a:extLst>
          </p:cNvPr>
          <p:cNvGrpSpPr>
            <a:grpSpLocks noChangeAspect="1"/>
          </p:cNvGrpSpPr>
          <p:nvPr/>
        </p:nvGrpSpPr>
        <p:grpSpPr>
          <a:xfrm>
            <a:off x="9826702" y="5979230"/>
            <a:ext cx="2185416" cy="586592"/>
            <a:chOff x="9563100" y="1673029"/>
            <a:chExt cx="1389888" cy="373063"/>
          </a:xfrm>
        </p:grpSpPr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1FDAAE20-8701-4F6F-B157-65F7FC179F5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563100" y="1825994"/>
              <a:ext cx="1389888" cy="220098"/>
            </a:xfrm>
            <a:prstGeom prst="rect">
              <a:avLst/>
            </a:prstGeom>
          </p:spPr>
        </p:pic>
        <p:sp>
          <p:nvSpPr>
            <p:cNvPr id="4" name="Freeform 5">
              <a:extLst>
                <a:ext uri="{FF2B5EF4-FFF2-40B4-BE49-F238E27FC236}">
                  <a16:creationId xmlns:a16="http://schemas.microsoft.com/office/drawing/2014/main" id="{360132F0-E742-436A-BC62-747967D00187}"/>
                </a:ext>
              </a:extLst>
            </p:cNvPr>
            <p:cNvSpPr>
              <a:spLocks/>
            </p:cNvSpPr>
            <p:nvPr/>
          </p:nvSpPr>
          <p:spPr bwMode="auto">
            <a:xfrm>
              <a:off x="10373550" y="1673029"/>
              <a:ext cx="136525" cy="147638"/>
            </a:xfrm>
            <a:custGeom>
              <a:avLst/>
              <a:gdLst>
                <a:gd name="T0" fmla="*/ 0 w 86"/>
                <a:gd name="T1" fmla="*/ 66 h 93"/>
                <a:gd name="T2" fmla="*/ 50 w 86"/>
                <a:gd name="T3" fmla="*/ 47 h 93"/>
                <a:gd name="T4" fmla="*/ 0 w 86"/>
                <a:gd name="T5" fmla="*/ 27 h 93"/>
                <a:gd name="T6" fmla="*/ 0 w 86"/>
                <a:gd name="T7" fmla="*/ 0 h 93"/>
                <a:gd name="T8" fmla="*/ 86 w 86"/>
                <a:gd name="T9" fmla="*/ 35 h 93"/>
                <a:gd name="T10" fmla="*/ 86 w 86"/>
                <a:gd name="T11" fmla="*/ 57 h 93"/>
                <a:gd name="T12" fmla="*/ 0 w 86"/>
                <a:gd name="T13" fmla="*/ 93 h 93"/>
                <a:gd name="T14" fmla="*/ 0 w 86"/>
                <a:gd name="T15" fmla="*/ 66 h 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86" h="93">
                  <a:moveTo>
                    <a:pt x="0" y="66"/>
                  </a:moveTo>
                  <a:lnTo>
                    <a:pt x="50" y="47"/>
                  </a:lnTo>
                  <a:lnTo>
                    <a:pt x="0" y="27"/>
                  </a:lnTo>
                  <a:lnTo>
                    <a:pt x="0" y="0"/>
                  </a:lnTo>
                  <a:lnTo>
                    <a:pt x="86" y="35"/>
                  </a:lnTo>
                  <a:lnTo>
                    <a:pt x="86" y="57"/>
                  </a:lnTo>
                  <a:lnTo>
                    <a:pt x="0" y="93"/>
                  </a:lnTo>
                  <a:lnTo>
                    <a:pt x="0" y="66"/>
                  </a:lnTo>
                  <a:close/>
                </a:path>
              </a:pathLst>
            </a:custGeom>
            <a:solidFill>
              <a:srgbClr val="7900BF"/>
            </a:solidFill>
            <a:ln w="9525">
              <a:solidFill>
                <a:srgbClr val="7900BF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FF00"/>
                </a:solidFill>
                <a:effectLst/>
                <a:uLnTx/>
                <a:uFillTx/>
              </a:endParaRPr>
            </a:p>
          </p:txBody>
        </p:sp>
      </p:grpSp>
      <p:sp>
        <p:nvSpPr>
          <p:cNvPr id="5" name="Title 4">
            <a:extLst>
              <a:ext uri="{FF2B5EF4-FFF2-40B4-BE49-F238E27FC236}">
                <a16:creationId xmlns:a16="http://schemas.microsoft.com/office/drawing/2014/main" id="{F684E18E-E26D-4027-8B99-DD9948E7A8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381000"/>
            <a:ext cx="11430000" cy="531978"/>
          </a:xfrm>
        </p:spPr>
        <p:txBody>
          <a:bodyPr>
            <a:normAutofit/>
          </a:bodyPr>
          <a:lstStyle/>
          <a:p>
            <a:r>
              <a:rPr lang="en-US" sz="3200" cap="none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Controller - Basic Features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400D49D-B371-4693-9912-63BD6D84CE40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/>
        <p:txBody>
          <a:bodyPr/>
          <a:lstStyle/>
          <a:p>
            <a:fld id="{4F9AC08D-23A9-440E-BCB9-AA1E9877CC38}" type="slidenum">
              <a:rPr lang="en-US" smtClean="0"/>
              <a:pPr/>
              <a:t>23</a:t>
            </a:fld>
            <a:endParaRPr lang="en-US" dirty="0"/>
          </a:p>
        </p:txBody>
      </p:sp>
      <p:sp>
        <p:nvSpPr>
          <p:cNvPr id="10" name="Content Placeholder 7"/>
          <p:cNvSpPr txBox="1">
            <a:spLocks/>
          </p:cNvSpPr>
          <p:nvPr/>
        </p:nvSpPr>
        <p:spPr>
          <a:xfrm>
            <a:off x="583713" y="912977"/>
            <a:ext cx="5848617" cy="531978"/>
          </a:xfrm>
          <a:prstGeom prst="rect">
            <a:avLst/>
          </a:prstGeom>
        </p:spPr>
        <p:txBody>
          <a:bodyPr vert="horz" lIns="0" tIns="91440" rIns="0" bIns="45720" rtlCol="0">
            <a:noAutofit/>
          </a:bodyPr>
          <a:lstStyle>
            <a:lvl1pPr marL="55561" indent="0" algn="l" defTabSz="914377" rtl="0" eaLnBrk="1" latinLnBrk="0" hangingPunct="1">
              <a:lnSpc>
                <a:spcPct val="85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sz="2800" b="1" kern="1200" cap="none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85744" indent="-230182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14338" indent="-230182" algn="l" defTabSz="914377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Graphik" panose="020B0503030202060203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85783" indent="-171446" algn="l" defTabSz="914377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57229" indent="-177796" algn="l" defTabSz="914377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Graphik" panose="020B0503030202060203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028674" indent="-17303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5561" indent="0" algn="l" defTabSz="914377" rtl="0" eaLnBrk="1" latinLnBrk="0" hangingPunct="1">
              <a:lnSpc>
                <a:spcPct val="90000"/>
              </a:lnSpc>
              <a:spcBef>
                <a:spcPts val="800"/>
              </a:spcBef>
              <a:buFont typeface="Arial" panose="020B0604020202020204" pitchFamily="34" charset="0"/>
              <a:buNone/>
              <a:defRPr sz="1200" b="1" kern="1200" cap="all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7pPr>
            <a:lvl8pPr marL="55561" indent="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5561" indent="0" algn="l" defTabSz="914377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800" dirty="0"/>
              <a:t>Run Tab:</a:t>
            </a:r>
          </a:p>
          <a:p>
            <a:endParaRPr lang="en-US" sz="1800" dirty="0"/>
          </a:p>
          <a:p>
            <a:pPr marL="512761" indent="-457200">
              <a:buFont typeface="Arial" pitchFamily="34" charset="0"/>
              <a:buChar char="•"/>
            </a:pPr>
            <a:endParaRPr lang="en-US" sz="1800" dirty="0"/>
          </a:p>
        </p:txBody>
      </p:sp>
      <p:pic>
        <p:nvPicPr>
          <p:cNvPr id="4098" name="Picture 2" descr="How to use Controller in LoadRunner">
            <a:extLst>
              <a:ext uri="{FF2B5EF4-FFF2-40B4-BE49-F238E27FC236}">
                <a16:creationId xmlns:a16="http://schemas.microsoft.com/office/drawing/2014/main" id="{48456F34-CC9D-471C-622F-C5ADB0C4CFD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3713" y="1315084"/>
            <a:ext cx="10136839" cy="48478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0299138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F3605E5D-5A00-41EE-A1CD-803DF3F0A167}"/>
              </a:ext>
            </a:extLst>
          </p:cNvPr>
          <p:cNvGrpSpPr>
            <a:grpSpLocks noChangeAspect="1"/>
          </p:cNvGrpSpPr>
          <p:nvPr/>
        </p:nvGrpSpPr>
        <p:grpSpPr>
          <a:xfrm>
            <a:off x="9826702" y="5979230"/>
            <a:ext cx="2185416" cy="586592"/>
            <a:chOff x="9563100" y="1673029"/>
            <a:chExt cx="1389888" cy="373063"/>
          </a:xfrm>
        </p:grpSpPr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1FDAAE20-8701-4F6F-B157-65F7FC179F5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563100" y="1825994"/>
              <a:ext cx="1389888" cy="220098"/>
            </a:xfrm>
            <a:prstGeom prst="rect">
              <a:avLst/>
            </a:prstGeom>
          </p:spPr>
        </p:pic>
        <p:sp>
          <p:nvSpPr>
            <p:cNvPr id="4" name="Freeform 5">
              <a:extLst>
                <a:ext uri="{FF2B5EF4-FFF2-40B4-BE49-F238E27FC236}">
                  <a16:creationId xmlns:a16="http://schemas.microsoft.com/office/drawing/2014/main" id="{360132F0-E742-436A-BC62-747967D00187}"/>
                </a:ext>
              </a:extLst>
            </p:cNvPr>
            <p:cNvSpPr>
              <a:spLocks/>
            </p:cNvSpPr>
            <p:nvPr/>
          </p:nvSpPr>
          <p:spPr bwMode="auto">
            <a:xfrm>
              <a:off x="10373550" y="1673029"/>
              <a:ext cx="136525" cy="147638"/>
            </a:xfrm>
            <a:custGeom>
              <a:avLst/>
              <a:gdLst>
                <a:gd name="T0" fmla="*/ 0 w 86"/>
                <a:gd name="T1" fmla="*/ 66 h 93"/>
                <a:gd name="T2" fmla="*/ 50 w 86"/>
                <a:gd name="T3" fmla="*/ 47 h 93"/>
                <a:gd name="T4" fmla="*/ 0 w 86"/>
                <a:gd name="T5" fmla="*/ 27 h 93"/>
                <a:gd name="T6" fmla="*/ 0 w 86"/>
                <a:gd name="T7" fmla="*/ 0 h 93"/>
                <a:gd name="T8" fmla="*/ 86 w 86"/>
                <a:gd name="T9" fmla="*/ 35 h 93"/>
                <a:gd name="T10" fmla="*/ 86 w 86"/>
                <a:gd name="T11" fmla="*/ 57 h 93"/>
                <a:gd name="T12" fmla="*/ 0 w 86"/>
                <a:gd name="T13" fmla="*/ 93 h 93"/>
                <a:gd name="T14" fmla="*/ 0 w 86"/>
                <a:gd name="T15" fmla="*/ 66 h 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86" h="93">
                  <a:moveTo>
                    <a:pt x="0" y="66"/>
                  </a:moveTo>
                  <a:lnTo>
                    <a:pt x="50" y="47"/>
                  </a:lnTo>
                  <a:lnTo>
                    <a:pt x="0" y="27"/>
                  </a:lnTo>
                  <a:lnTo>
                    <a:pt x="0" y="0"/>
                  </a:lnTo>
                  <a:lnTo>
                    <a:pt x="86" y="35"/>
                  </a:lnTo>
                  <a:lnTo>
                    <a:pt x="86" y="57"/>
                  </a:lnTo>
                  <a:lnTo>
                    <a:pt x="0" y="93"/>
                  </a:lnTo>
                  <a:lnTo>
                    <a:pt x="0" y="66"/>
                  </a:lnTo>
                  <a:close/>
                </a:path>
              </a:pathLst>
            </a:custGeom>
            <a:solidFill>
              <a:srgbClr val="7900BF"/>
            </a:solidFill>
            <a:ln w="9525">
              <a:solidFill>
                <a:srgbClr val="7900BF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FF00"/>
                </a:solidFill>
                <a:effectLst/>
                <a:uLnTx/>
                <a:uFillTx/>
              </a:endParaRPr>
            </a:p>
          </p:txBody>
        </p:sp>
      </p:grpSp>
      <p:sp>
        <p:nvSpPr>
          <p:cNvPr id="5" name="Title 4">
            <a:extLst>
              <a:ext uri="{FF2B5EF4-FFF2-40B4-BE49-F238E27FC236}">
                <a16:creationId xmlns:a16="http://schemas.microsoft.com/office/drawing/2014/main" id="{F684E18E-E26D-4027-8B99-DD9948E7A8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381000"/>
            <a:ext cx="11430000" cy="531978"/>
          </a:xfrm>
        </p:spPr>
        <p:txBody>
          <a:bodyPr>
            <a:normAutofit/>
          </a:bodyPr>
          <a:lstStyle/>
          <a:p>
            <a:r>
              <a:rPr lang="en-US" sz="3200" cap="none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Controller - Basic Features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400D49D-B371-4693-9912-63BD6D84CE40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/>
        <p:txBody>
          <a:bodyPr/>
          <a:lstStyle/>
          <a:p>
            <a:fld id="{4F9AC08D-23A9-440E-BCB9-AA1E9877CC38}" type="slidenum">
              <a:rPr lang="en-US" smtClean="0"/>
              <a:pPr/>
              <a:t>24</a:t>
            </a:fld>
            <a:endParaRPr 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285750" y="952825"/>
            <a:ext cx="5295243" cy="292388"/>
          </a:xfrm>
          <a:prstGeom prst="rect">
            <a:avLst/>
          </a:prstGeom>
          <a:noFill/>
          <a:effectLst>
            <a:softEdge rad="127000"/>
          </a:effectLst>
        </p:spPr>
        <p:txBody>
          <a:bodyPr wrap="square" lIns="0" tIns="0" rIns="0" bIns="45720" rtlCol="0">
            <a:spAutoFit/>
          </a:bodyPr>
          <a:lstStyle/>
          <a:p>
            <a:pPr>
              <a:buFont typeface="Wingdings" pitchFamily="2" charset="2"/>
              <a:buChar char="Ø"/>
            </a:pPr>
            <a:r>
              <a:rPr lang="en-IN" sz="1600" dirty="0"/>
              <a:t>Execution window</a:t>
            </a:r>
          </a:p>
        </p:txBody>
      </p:sp>
      <p:grpSp>
        <p:nvGrpSpPr>
          <p:cNvPr id="21" name="Group 20"/>
          <p:cNvGrpSpPr/>
          <p:nvPr/>
        </p:nvGrpSpPr>
        <p:grpSpPr>
          <a:xfrm>
            <a:off x="485775" y="1367490"/>
            <a:ext cx="10629900" cy="4538661"/>
            <a:chOff x="485775" y="1157288"/>
            <a:chExt cx="10629900" cy="4538661"/>
          </a:xfrm>
        </p:grpSpPr>
        <p:pic>
          <p:nvPicPr>
            <p:cNvPr id="9218" name="Picture 2"/>
            <p:cNvPicPr>
              <a:picLocks noChangeAspect="1" noChangeArrowheads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 bwMode="auto">
            <a:xfrm>
              <a:off x="2047875" y="1157288"/>
              <a:ext cx="7324726" cy="453866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  <p:cxnSp>
          <p:nvCxnSpPr>
            <p:cNvPr id="17" name="Straight Arrow Connector 16"/>
            <p:cNvCxnSpPr/>
            <p:nvPr/>
          </p:nvCxnSpPr>
          <p:spPr>
            <a:xfrm>
              <a:off x="1571625" y="3981450"/>
              <a:ext cx="552450" cy="1588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TextBox 19"/>
            <p:cNvSpPr txBox="1"/>
            <p:nvPr/>
          </p:nvSpPr>
          <p:spPr>
            <a:xfrm>
              <a:off x="485775" y="3790949"/>
              <a:ext cx="1104901" cy="415498"/>
            </a:xfrm>
            <a:prstGeom prst="rect">
              <a:avLst/>
            </a:prstGeom>
            <a:solidFill>
              <a:srgbClr val="5F0095"/>
            </a:solidFill>
          </p:spPr>
          <p:txBody>
            <a:bodyPr wrap="square" lIns="0" tIns="0" rIns="0" bIns="45720" rtlCol="0">
              <a:spAutoFit/>
            </a:bodyPr>
            <a:lstStyle/>
            <a:p>
              <a:pPr algn="ctr"/>
              <a:r>
                <a:rPr lang="en-IN" sz="1200" dirty="0">
                  <a:solidFill>
                    <a:schemeClr val="bg1"/>
                  </a:solidFill>
                </a:rPr>
                <a:t>Available Monitors graphs</a:t>
              </a:r>
            </a:p>
          </p:txBody>
        </p:sp>
        <p:cxnSp>
          <p:nvCxnSpPr>
            <p:cNvPr id="25" name="Straight Arrow Connector 24"/>
            <p:cNvCxnSpPr/>
            <p:nvPr/>
          </p:nvCxnSpPr>
          <p:spPr>
            <a:xfrm>
              <a:off x="1571625" y="4943475"/>
              <a:ext cx="552450" cy="1588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8" name="TextBox 27"/>
            <p:cNvSpPr txBox="1"/>
            <p:nvPr/>
          </p:nvSpPr>
          <p:spPr>
            <a:xfrm>
              <a:off x="561974" y="4848225"/>
              <a:ext cx="1028701" cy="230832"/>
            </a:xfrm>
            <a:prstGeom prst="rect">
              <a:avLst/>
            </a:prstGeom>
            <a:solidFill>
              <a:srgbClr val="5F0095"/>
            </a:solidFill>
          </p:spPr>
          <p:txBody>
            <a:bodyPr wrap="square" lIns="0" tIns="0" rIns="0" bIns="45720" rtlCol="0">
              <a:spAutoFit/>
            </a:bodyPr>
            <a:lstStyle/>
            <a:p>
              <a:pPr algn="ctr"/>
              <a:r>
                <a:rPr lang="en-IN" sz="1200" dirty="0">
                  <a:solidFill>
                    <a:schemeClr val="bg1"/>
                  </a:solidFill>
                </a:rPr>
                <a:t>Response time </a:t>
              </a:r>
            </a:p>
          </p:txBody>
        </p:sp>
        <p:cxnSp>
          <p:nvCxnSpPr>
            <p:cNvPr id="29" name="Straight Arrow Connector 28"/>
            <p:cNvCxnSpPr/>
            <p:nvPr/>
          </p:nvCxnSpPr>
          <p:spPr>
            <a:xfrm>
              <a:off x="1562100" y="2438400"/>
              <a:ext cx="552450" cy="1588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2" name="TextBox 31"/>
            <p:cNvSpPr txBox="1"/>
            <p:nvPr/>
          </p:nvSpPr>
          <p:spPr>
            <a:xfrm>
              <a:off x="552449" y="2333625"/>
              <a:ext cx="1028701" cy="230832"/>
            </a:xfrm>
            <a:prstGeom prst="rect">
              <a:avLst/>
            </a:prstGeom>
            <a:solidFill>
              <a:srgbClr val="5F0095"/>
            </a:solidFill>
          </p:spPr>
          <p:txBody>
            <a:bodyPr wrap="square" lIns="0" tIns="0" rIns="0" bIns="45720" rtlCol="0">
              <a:spAutoFit/>
            </a:bodyPr>
            <a:lstStyle/>
            <a:p>
              <a:pPr algn="ctr"/>
              <a:r>
                <a:rPr lang="en-IN" sz="1200" dirty="0">
                  <a:solidFill>
                    <a:schemeClr val="bg1"/>
                  </a:solidFill>
                </a:rPr>
                <a:t>Vusers’ status</a:t>
              </a:r>
            </a:p>
          </p:txBody>
        </p:sp>
        <p:sp>
          <p:nvSpPr>
            <p:cNvPr id="36" name="TextBox 35"/>
            <p:cNvSpPr txBox="1"/>
            <p:nvPr/>
          </p:nvSpPr>
          <p:spPr>
            <a:xfrm>
              <a:off x="9845893" y="2476500"/>
              <a:ext cx="1184057" cy="230832"/>
            </a:xfrm>
            <a:prstGeom prst="rect">
              <a:avLst/>
            </a:prstGeom>
            <a:solidFill>
              <a:srgbClr val="5F0095"/>
            </a:solidFill>
          </p:spPr>
          <p:txBody>
            <a:bodyPr wrap="square" lIns="0" tIns="0" rIns="0" bIns="45720" rtlCol="0">
              <a:spAutoFit/>
            </a:bodyPr>
            <a:lstStyle/>
            <a:p>
              <a:pPr algn="ctr"/>
              <a:r>
                <a:rPr lang="en-IN" sz="1200" dirty="0">
                  <a:solidFill>
                    <a:schemeClr val="bg1"/>
                  </a:solidFill>
                </a:rPr>
                <a:t>Run summary</a:t>
              </a:r>
            </a:p>
          </p:txBody>
        </p:sp>
        <p:cxnSp>
          <p:nvCxnSpPr>
            <p:cNvPr id="37" name="Straight Arrow Connector 36"/>
            <p:cNvCxnSpPr/>
            <p:nvPr/>
          </p:nvCxnSpPr>
          <p:spPr>
            <a:xfrm rot="10800000" flipV="1">
              <a:off x="9315450" y="2609848"/>
              <a:ext cx="533400" cy="1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8" name="TextBox 17"/>
            <p:cNvSpPr txBox="1"/>
            <p:nvPr/>
          </p:nvSpPr>
          <p:spPr>
            <a:xfrm>
              <a:off x="9779218" y="3695700"/>
              <a:ext cx="1336457" cy="415498"/>
            </a:xfrm>
            <a:prstGeom prst="rect">
              <a:avLst/>
            </a:prstGeom>
            <a:solidFill>
              <a:srgbClr val="5F0095"/>
            </a:solidFill>
          </p:spPr>
          <p:txBody>
            <a:bodyPr wrap="square" lIns="0" tIns="0" rIns="0" bIns="45720" rtlCol="0">
              <a:spAutoFit/>
            </a:bodyPr>
            <a:lstStyle/>
            <a:p>
              <a:pPr algn="ctr"/>
              <a:r>
                <a:rPr lang="en-IN" sz="1200" dirty="0">
                  <a:solidFill>
                    <a:schemeClr val="bg1"/>
                  </a:solidFill>
                </a:rPr>
                <a:t>Run-time Monitors display window</a:t>
              </a:r>
            </a:p>
          </p:txBody>
        </p:sp>
        <p:cxnSp>
          <p:nvCxnSpPr>
            <p:cNvPr id="19" name="Straight Arrow Connector 18"/>
            <p:cNvCxnSpPr/>
            <p:nvPr/>
          </p:nvCxnSpPr>
          <p:spPr>
            <a:xfrm rot="10800000" flipV="1">
              <a:off x="9258300" y="3905248"/>
              <a:ext cx="533400" cy="1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06691721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F3605E5D-5A00-41EE-A1CD-803DF3F0A167}"/>
              </a:ext>
            </a:extLst>
          </p:cNvPr>
          <p:cNvGrpSpPr>
            <a:grpSpLocks noChangeAspect="1"/>
          </p:cNvGrpSpPr>
          <p:nvPr/>
        </p:nvGrpSpPr>
        <p:grpSpPr>
          <a:xfrm>
            <a:off x="9826702" y="5979230"/>
            <a:ext cx="2185416" cy="586592"/>
            <a:chOff x="9563100" y="1673029"/>
            <a:chExt cx="1389888" cy="373063"/>
          </a:xfrm>
        </p:grpSpPr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1FDAAE20-8701-4F6F-B157-65F7FC179F5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563100" y="1825994"/>
              <a:ext cx="1389888" cy="220098"/>
            </a:xfrm>
            <a:prstGeom prst="rect">
              <a:avLst/>
            </a:prstGeom>
          </p:spPr>
        </p:pic>
        <p:sp>
          <p:nvSpPr>
            <p:cNvPr id="4" name="Freeform 5">
              <a:extLst>
                <a:ext uri="{FF2B5EF4-FFF2-40B4-BE49-F238E27FC236}">
                  <a16:creationId xmlns:a16="http://schemas.microsoft.com/office/drawing/2014/main" id="{360132F0-E742-436A-BC62-747967D00187}"/>
                </a:ext>
              </a:extLst>
            </p:cNvPr>
            <p:cNvSpPr>
              <a:spLocks/>
            </p:cNvSpPr>
            <p:nvPr/>
          </p:nvSpPr>
          <p:spPr bwMode="auto">
            <a:xfrm>
              <a:off x="10373550" y="1673029"/>
              <a:ext cx="136525" cy="147638"/>
            </a:xfrm>
            <a:custGeom>
              <a:avLst/>
              <a:gdLst>
                <a:gd name="T0" fmla="*/ 0 w 86"/>
                <a:gd name="T1" fmla="*/ 66 h 93"/>
                <a:gd name="T2" fmla="*/ 50 w 86"/>
                <a:gd name="T3" fmla="*/ 47 h 93"/>
                <a:gd name="T4" fmla="*/ 0 w 86"/>
                <a:gd name="T5" fmla="*/ 27 h 93"/>
                <a:gd name="T6" fmla="*/ 0 w 86"/>
                <a:gd name="T7" fmla="*/ 0 h 93"/>
                <a:gd name="T8" fmla="*/ 86 w 86"/>
                <a:gd name="T9" fmla="*/ 35 h 93"/>
                <a:gd name="T10" fmla="*/ 86 w 86"/>
                <a:gd name="T11" fmla="*/ 57 h 93"/>
                <a:gd name="T12" fmla="*/ 0 w 86"/>
                <a:gd name="T13" fmla="*/ 93 h 93"/>
                <a:gd name="T14" fmla="*/ 0 w 86"/>
                <a:gd name="T15" fmla="*/ 66 h 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86" h="93">
                  <a:moveTo>
                    <a:pt x="0" y="66"/>
                  </a:moveTo>
                  <a:lnTo>
                    <a:pt x="50" y="47"/>
                  </a:lnTo>
                  <a:lnTo>
                    <a:pt x="0" y="27"/>
                  </a:lnTo>
                  <a:lnTo>
                    <a:pt x="0" y="0"/>
                  </a:lnTo>
                  <a:lnTo>
                    <a:pt x="86" y="35"/>
                  </a:lnTo>
                  <a:lnTo>
                    <a:pt x="86" y="57"/>
                  </a:lnTo>
                  <a:lnTo>
                    <a:pt x="0" y="93"/>
                  </a:lnTo>
                  <a:lnTo>
                    <a:pt x="0" y="66"/>
                  </a:lnTo>
                  <a:close/>
                </a:path>
              </a:pathLst>
            </a:custGeom>
            <a:solidFill>
              <a:srgbClr val="7900BF"/>
            </a:solidFill>
            <a:ln w="9525">
              <a:solidFill>
                <a:srgbClr val="7900BF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FF00"/>
                </a:solidFill>
                <a:effectLst/>
                <a:uLnTx/>
                <a:uFillTx/>
              </a:endParaRPr>
            </a:p>
          </p:txBody>
        </p:sp>
      </p:grpSp>
      <p:sp>
        <p:nvSpPr>
          <p:cNvPr id="5" name="Title 4">
            <a:extLst>
              <a:ext uri="{FF2B5EF4-FFF2-40B4-BE49-F238E27FC236}">
                <a16:creationId xmlns:a16="http://schemas.microsoft.com/office/drawing/2014/main" id="{F684E18E-E26D-4027-8B99-DD9948E7A8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46863" y="3163011"/>
            <a:ext cx="5898274" cy="531978"/>
          </a:xfrm>
        </p:spPr>
        <p:txBody>
          <a:bodyPr>
            <a:noAutofit/>
          </a:bodyPr>
          <a:lstStyle/>
          <a:p>
            <a:r>
              <a:rPr lang="en-US" cap="none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LoadRunner Analysis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400D49D-B371-4693-9912-63BD6D84CE40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/>
        <p:txBody>
          <a:bodyPr/>
          <a:lstStyle/>
          <a:p>
            <a:fld id="{4F9AC08D-23A9-440E-BCB9-AA1E9877CC38}" type="slidenum">
              <a:rPr lang="en-US" smtClean="0"/>
              <a:pPr/>
              <a:t>25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3039949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F3605E5D-5A00-41EE-A1CD-803DF3F0A167}"/>
              </a:ext>
            </a:extLst>
          </p:cNvPr>
          <p:cNvGrpSpPr>
            <a:grpSpLocks noChangeAspect="1"/>
          </p:cNvGrpSpPr>
          <p:nvPr/>
        </p:nvGrpSpPr>
        <p:grpSpPr>
          <a:xfrm>
            <a:off x="9826702" y="5979230"/>
            <a:ext cx="2185416" cy="586592"/>
            <a:chOff x="9563100" y="1673029"/>
            <a:chExt cx="1389888" cy="373063"/>
          </a:xfrm>
        </p:grpSpPr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1FDAAE20-8701-4F6F-B157-65F7FC179F5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563100" y="1825994"/>
              <a:ext cx="1389888" cy="220098"/>
            </a:xfrm>
            <a:prstGeom prst="rect">
              <a:avLst/>
            </a:prstGeom>
          </p:spPr>
        </p:pic>
        <p:sp>
          <p:nvSpPr>
            <p:cNvPr id="4" name="Freeform 5">
              <a:extLst>
                <a:ext uri="{FF2B5EF4-FFF2-40B4-BE49-F238E27FC236}">
                  <a16:creationId xmlns:a16="http://schemas.microsoft.com/office/drawing/2014/main" id="{360132F0-E742-436A-BC62-747967D00187}"/>
                </a:ext>
              </a:extLst>
            </p:cNvPr>
            <p:cNvSpPr>
              <a:spLocks/>
            </p:cNvSpPr>
            <p:nvPr/>
          </p:nvSpPr>
          <p:spPr bwMode="auto">
            <a:xfrm>
              <a:off x="10373550" y="1673029"/>
              <a:ext cx="136525" cy="147638"/>
            </a:xfrm>
            <a:custGeom>
              <a:avLst/>
              <a:gdLst>
                <a:gd name="T0" fmla="*/ 0 w 86"/>
                <a:gd name="T1" fmla="*/ 66 h 93"/>
                <a:gd name="T2" fmla="*/ 50 w 86"/>
                <a:gd name="T3" fmla="*/ 47 h 93"/>
                <a:gd name="T4" fmla="*/ 0 w 86"/>
                <a:gd name="T5" fmla="*/ 27 h 93"/>
                <a:gd name="T6" fmla="*/ 0 w 86"/>
                <a:gd name="T7" fmla="*/ 0 h 93"/>
                <a:gd name="T8" fmla="*/ 86 w 86"/>
                <a:gd name="T9" fmla="*/ 35 h 93"/>
                <a:gd name="T10" fmla="*/ 86 w 86"/>
                <a:gd name="T11" fmla="*/ 57 h 93"/>
                <a:gd name="T12" fmla="*/ 0 w 86"/>
                <a:gd name="T13" fmla="*/ 93 h 93"/>
                <a:gd name="T14" fmla="*/ 0 w 86"/>
                <a:gd name="T15" fmla="*/ 66 h 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86" h="93">
                  <a:moveTo>
                    <a:pt x="0" y="66"/>
                  </a:moveTo>
                  <a:lnTo>
                    <a:pt x="50" y="47"/>
                  </a:lnTo>
                  <a:lnTo>
                    <a:pt x="0" y="27"/>
                  </a:lnTo>
                  <a:lnTo>
                    <a:pt x="0" y="0"/>
                  </a:lnTo>
                  <a:lnTo>
                    <a:pt x="86" y="35"/>
                  </a:lnTo>
                  <a:lnTo>
                    <a:pt x="86" y="57"/>
                  </a:lnTo>
                  <a:lnTo>
                    <a:pt x="0" y="93"/>
                  </a:lnTo>
                  <a:lnTo>
                    <a:pt x="0" y="66"/>
                  </a:lnTo>
                  <a:close/>
                </a:path>
              </a:pathLst>
            </a:custGeom>
            <a:solidFill>
              <a:srgbClr val="7900BF"/>
            </a:solidFill>
            <a:ln w="9525">
              <a:solidFill>
                <a:srgbClr val="7900BF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FF00"/>
                </a:solidFill>
                <a:effectLst/>
                <a:uLnTx/>
                <a:uFillTx/>
              </a:endParaRPr>
            </a:p>
          </p:txBody>
        </p:sp>
      </p:grpSp>
      <p:sp>
        <p:nvSpPr>
          <p:cNvPr id="5" name="Title 4">
            <a:extLst>
              <a:ext uri="{FF2B5EF4-FFF2-40B4-BE49-F238E27FC236}">
                <a16:creationId xmlns:a16="http://schemas.microsoft.com/office/drawing/2014/main" id="{F684E18E-E26D-4027-8B99-DD9948E7A8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381000"/>
            <a:ext cx="11430000" cy="531978"/>
          </a:xfrm>
        </p:spPr>
        <p:txBody>
          <a:bodyPr>
            <a:normAutofit/>
          </a:bodyPr>
          <a:lstStyle/>
          <a:p>
            <a:r>
              <a:rPr lang="en-US" sz="3200" cap="none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Analysis – Basic Features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400D49D-B371-4693-9912-63BD6D84CE40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/>
        <p:txBody>
          <a:bodyPr/>
          <a:lstStyle/>
          <a:p>
            <a:fld id="{4F9AC08D-23A9-440E-BCB9-AA1E9877CC38}" type="slidenum">
              <a:rPr lang="en-US" smtClean="0"/>
              <a:pPr/>
              <a:t>26</a:t>
            </a:fld>
            <a:endParaRPr lang="en-US" dirty="0"/>
          </a:p>
        </p:txBody>
      </p:sp>
      <p:sp>
        <p:nvSpPr>
          <p:cNvPr id="10" name="Content Placeholder 7"/>
          <p:cNvSpPr txBox="1">
            <a:spLocks/>
          </p:cNvSpPr>
          <p:nvPr/>
        </p:nvSpPr>
        <p:spPr>
          <a:xfrm>
            <a:off x="583714" y="912977"/>
            <a:ext cx="5309086" cy="3141787"/>
          </a:xfrm>
          <a:prstGeom prst="rect">
            <a:avLst/>
          </a:prstGeom>
        </p:spPr>
        <p:txBody>
          <a:bodyPr vert="horz" lIns="0" tIns="91440" rIns="0" bIns="45720" rtlCol="0">
            <a:normAutofit/>
          </a:bodyPr>
          <a:lstStyle>
            <a:lvl1pPr marL="55561" indent="0" algn="l" defTabSz="914377" rtl="0" eaLnBrk="1" latinLnBrk="0" hangingPunct="1">
              <a:lnSpc>
                <a:spcPct val="85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sz="2800" b="1" kern="1200" cap="none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85744" indent="-230182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14338" indent="-230182" algn="l" defTabSz="914377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Graphik" panose="020B0503030202060203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85783" indent="-171446" algn="l" defTabSz="914377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57229" indent="-177796" algn="l" defTabSz="914377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Graphik" panose="020B0503030202060203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028674" indent="-17303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5561" indent="0" algn="l" defTabSz="914377" rtl="0" eaLnBrk="1" latinLnBrk="0" hangingPunct="1">
              <a:lnSpc>
                <a:spcPct val="90000"/>
              </a:lnSpc>
              <a:spcBef>
                <a:spcPts val="800"/>
              </a:spcBef>
              <a:buFont typeface="Arial" panose="020B0604020202020204" pitchFamily="34" charset="0"/>
              <a:buNone/>
              <a:defRPr sz="1200" b="1" kern="1200" cap="all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7pPr>
            <a:lvl8pPr marL="55561" indent="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5561" indent="0" algn="l" defTabSz="914377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95000"/>
              </a:lnSpc>
            </a:pPr>
            <a:r>
              <a:rPr lang="en-US" sz="1800" b="0" dirty="0"/>
              <a:t>As the name suggests, it is a program to perform detailed analysis on the performance test which was executed</a:t>
            </a:r>
          </a:p>
          <a:p>
            <a:pPr>
              <a:lnSpc>
                <a:spcPct val="95000"/>
              </a:lnSpc>
            </a:pPr>
            <a:r>
              <a:rPr lang="en-US" sz="1800" dirty="0"/>
              <a:t>Analysis Summary </a:t>
            </a:r>
            <a:r>
              <a:rPr lang="en-US" sz="1800" b="0" dirty="0"/>
              <a:t>: Processed performance metrics such as transaction response time, pass/fail transactions </a:t>
            </a:r>
            <a:r>
              <a:rPr lang="en-US" sz="1800" b="0" dirty="0" err="1"/>
              <a:t>etc</a:t>
            </a:r>
            <a:endParaRPr lang="en-US" sz="1800" b="0" dirty="0"/>
          </a:p>
          <a:p>
            <a:pPr>
              <a:lnSpc>
                <a:spcPct val="95000"/>
              </a:lnSpc>
            </a:pPr>
            <a:r>
              <a:rPr lang="en-US" sz="1800" dirty="0"/>
              <a:t>Graphs</a:t>
            </a:r>
            <a:r>
              <a:rPr lang="en-US" sz="1800" b="0" dirty="0"/>
              <a:t>: Running </a:t>
            </a:r>
            <a:r>
              <a:rPr lang="en-US" sz="1800" b="0" dirty="0" err="1"/>
              <a:t>Vusers</a:t>
            </a:r>
            <a:r>
              <a:rPr lang="en-US" sz="1800" b="0" dirty="0"/>
              <a:t>, Avg response time, throughput </a:t>
            </a:r>
            <a:r>
              <a:rPr lang="en-US" sz="1800" b="0" dirty="0" err="1"/>
              <a:t>etc</a:t>
            </a:r>
            <a:endParaRPr lang="en-US" sz="1800" b="0" dirty="0"/>
          </a:p>
          <a:p>
            <a:pPr>
              <a:lnSpc>
                <a:spcPct val="95000"/>
              </a:lnSpc>
            </a:pPr>
            <a:endParaRPr lang="en-US" sz="1800" b="0" dirty="0"/>
          </a:p>
          <a:p>
            <a:pPr marL="569911" indent="-514350">
              <a:lnSpc>
                <a:spcPct val="95000"/>
              </a:lnSpc>
              <a:buFont typeface="Arial" pitchFamily="34" charset="0"/>
              <a:buChar char="•"/>
            </a:pPr>
            <a:endParaRPr lang="en-US" sz="2000" b="0" dirty="0"/>
          </a:p>
          <a:p>
            <a:pPr marL="569911" indent="-514350">
              <a:lnSpc>
                <a:spcPct val="95000"/>
              </a:lnSpc>
              <a:buFont typeface="Arial" pitchFamily="34" charset="0"/>
              <a:buChar char="•"/>
            </a:pPr>
            <a:endParaRPr lang="en-US" sz="2000" b="0" dirty="0"/>
          </a:p>
          <a:p>
            <a:pPr marL="512761" indent="-457200">
              <a:buFont typeface="Arial" pitchFamily="34" charset="0"/>
              <a:buChar char="•"/>
            </a:pPr>
            <a:endParaRPr lang="en-US" b="0" dirty="0"/>
          </a:p>
          <a:p>
            <a:pPr marL="512761" indent="-457200">
              <a:buFont typeface="Arial" pitchFamily="34" charset="0"/>
              <a:buChar char="•"/>
            </a:pPr>
            <a:endParaRPr lang="en-US" dirty="0"/>
          </a:p>
        </p:txBody>
      </p:sp>
      <p:pic>
        <p:nvPicPr>
          <p:cNvPr id="25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58057" y="1014233"/>
            <a:ext cx="5385798" cy="48416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97985435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F3605E5D-5A00-41EE-A1CD-803DF3F0A167}"/>
              </a:ext>
            </a:extLst>
          </p:cNvPr>
          <p:cNvGrpSpPr>
            <a:grpSpLocks noChangeAspect="1"/>
          </p:cNvGrpSpPr>
          <p:nvPr/>
        </p:nvGrpSpPr>
        <p:grpSpPr>
          <a:xfrm>
            <a:off x="9826702" y="5979230"/>
            <a:ext cx="2185416" cy="586592"/>
            <a:chOff x="9563100" y="1673029"/>
            <a:chExt cx="1389888" cy="373063"/>
          </a:xfrm>
        </p:grpSpPr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1FDAAE20-8701-4F6F-B157-65F7FC179F5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563100" y="1825994"/>
              <a:ext cx="1389888" cy="220098"/>
            </a:xfrm>
            <a:prstGeom prst="rect">
              <a:avLst/>
            </a:prstGeom>
          </p:spPr>
        </p:pic>
        <p:sp>
          <p:nvSpPr>
            <p:cNvPr id="4" name="Freeform 5">
              <a:extLst>
                <a:ext uri="{FF2B5EF4-FFF2-40B4-BE49-F238E27FC236}">
                  <a16:creationId xmlns:a16="http://schemas.microsoft.com/office/drawing/2014/main" id="{360132F0-E742-436A-BC62-747967D00187}"/>
                </a:ext>
              </a:extLst>
            </p:cNvPr>
            <p:cNvSpPr>
              <a:spLocks/>
            </p:cNvSpPr>
            <p:nvPr/>
          </p:nvSpPr>
          <p:spPr bwMode="auto">
            <a:xfrm>
              <a:off x="10373550" y="1673029"/>
              <a:ext cx="136525" cy="147638"/>
            </a:xfrm>
            <a:custGeom>
              <a:avLst/>
              <a:gdLst>
                <a:gd name="T0" fmla="*/ 0 w 86"/>
                <a:gd name="T1" fmla="*/ 66 h 93"/>
                <a:gd name="T2" fmla="*/ 50 w 86"/>
                <a:gd name="T3" fmla="*/ 47 h 93"/>
                <a:gd name="T4" fmla="*/ 0 w 86"/>
                <a:gd name="T5" fmla="*/ 27 h 93"/>
                <a:gd name="T6" fmla="*/ 0 w 86"/>
                <a:gd name="T7" fmla="*/ 0 h 93"/>
                <a:gd name="T8" fmla="*/ 86 w 86"/>
                <a:gd name="T9" fmla="*/ 35 h 93"/>
                <a:gd name="T10" fmla="*/ 86 w 86"/>
                <a:gd name="T11" fmla="*/ 57 h 93"/>
                <a:gd name="T12" fmla="*/ 0 w 86"/>
                <a:gd name="T13" fmla="*/ 93 h 93"/>
                <a:gd name="T14" fmla="*/ 0 w 86"/>
                <a:gd name="T15" fmla="*/ 66 h 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86" h="93">
                  <a:moveTo>
                    <a:pt x="0" y="66"/>
                  </a:moveTo>
                  <a:lnTo>
                    <a:pt x="50" y="47"/>
                  </a:lnTo>
                  <a:lnTo>
                    <a:pt x="0" y="27"/>
                  </a:lnTo>
                  <a:lnTo>
                    <a:pt x="0" y="0"/>
                  </a:lnTo>
                  <a:lnTo>
                    <a:pt x="86" y="35"/>
                  </a:lnTo>
                  <a:lnTo>
                    <a:pt x="86" y="57"/>
                  </a:lnTo>
                  <a:lnTo>
                    <a:pt x="0" y="93"/>
                  </a:lnTo>
                  <a:lnTo>
                    <a:pt x="0" y="66"/>
                  </a:lnTo>
                  <a:close/>
                </a:path>
              </a:pathLst>
            </a:custGeom>
            <a:solidFill>
              <a:srgbClr val="7900BF"/>
            </a:solidFill>
            <a:ln w="9525">
              <a:solidFill>
                <a:srgbClr val="7900BF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FF00"/>
                </a:solidFill>
                <a:effectLst/>
                <a:uLnTx/>
                <a:uFillTx/>
              </a:endParaRPr>
            </a:p>
          </p:txBody>
        </p:sp>
      </p:grpSp>
      <p:sp>
        <p:nvSpPr>
          <p:cNvPr id="5" name="Title 4">
            <a:extLst>
              <a:ext uri="{FF2B5EF4-FFF2-40B4-BE49-F238E27FC236}">
                <a16:creationId xmlns:a16="http://schemas.microsoft.com/office/drawing/2014/main" id="{F684E18E-E26D-4027-8B99-DD9948E7A8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381000"/>
            <a:ext cx="11430000" cy="531978"/>
          </a:xfrm>
        </p:spPr>
        <p:txBody>
          <a:bodyPr>
            <a:normAutofit/>
          </a:bodyPr>
          <a:lstStyle/>
          <a:p>
            <a:r>
              <a:rPr lang="en-US" sz="3200" cap="none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Analysis – Basic Features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400D49D-B371-4693-9912-63BD6D84CE40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/>
        <p:txBody>
          <a:bodyPr/>
          <a:lstStyle/>
          <a:p>
            <a:fld id="{4F9AC08D-23A9-440E-BCB9-AA1E9877CC38}" type="slidenum">
              <a:rPr lang="en-US" smtClean="0"/>
              <a:pPr/>
              <a:t>27</a:t>
            </a:fld>
            <a:endParaRPr lang="en-US" dirty="0"/>
          </a:p>
        </p:txBody>
      </p:sp>
      <p:pic>
        <p:nvPicPr>
          <p:cNvPr id="6146" name="Picture 2" descr="How to use Analyzer in LoadRunner">
            <a:extLst>
              <a:ext uri="{FF2B5EF4-FFF2-40B4-BE49-F238E27FC236}">
                <a16:creationId xmlns:a16="http://schemas.microsoft.com/office/drawing/2014/main" id="{1855A12B-7FB7-7A75-E12D-4B41BDA8928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1" y="1443608"/>
            <a:ext cx="5715000" cy="38203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349774B-6E78-32F9-F69E-C23A7CF3509E}"/>
              </a:ext>
            </a:extLst>
          </p:cNvPr>
          <p:cNvSpPr txBox="1"/>
          <p:nvPr/>
        </p:nvSpPr>
        <p:spPr>
          <a:xfrm>
            <a:off x="381000" y="1016710"/>
            <a:ext cx="3518338" cy="323165"/>
          </a:xfrm>
          <a:prstGeom prst="rect">
            <a:avLst/>
          </a:prstGeom>
          <a:noFill/>
        </p:spPr>
        <p:txBody>
          <a:bodyPr wrap="square" lIns="0" tIns="0" rIns="0" bIns="45720" rtlCol="0">
            <a:spAutoFit/>
          </a:bodyPr>
          <a:lstStyle/>
          <a:p>
            <a:r>
              <a:rPr lang="en-US" b="1" dirty="0">
                <a:solidFill>
                  <a:srgbClr val="5F0095"/>
                </a:solidFill>
              </a:rPr>
              <a:t>Graphs – Avg. Response Time</a:t>
            </a:r>
          </a:p>
        </p:txBody>
      </p:sp>
      <p:pic>
        <p:nvPicPr>
          <p:cNvPr id="7170" name="Picture 2" descr="How to use Analyzer in LoadRunner">
            <a:extLst>
              <a:ext uri="{FF2B5EF4-FFF2-40B4-BE49-F238E27FC236}">
                <a16:creationId xmlns:a16="http://schemas.microsoft.com/office/drawing/2014/main" id="{278530AF-2AB7-4F7A-B280-7394699F9CC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92014" y="1443608"/>
            <a:ext cx="5715000" cy="38203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66D00D8A-5D12-2827-6A10-461BE2AF7071}"/>
              </a:ext>
            </a:extLst>
          </p:cNvPr>
          <p:cNvSpPr txBox="1"/>
          <p:nvPr/>
        </p:nvSpPr>
        <p:spPr>
          <a:xfrm>
            <a:off x="6192014" y="1016710"/>
            <a:ext cx="3518338" cy="323165"/>
          </a:xfrm>
          <a:prstGeom prst="rect">
            <a:avLst/>
          </a:prstGeom>
          <a:noFill/>
        </p:spPr>
        <p:txBody>
          <a:bodyPr wrap="square" lIns="0" tIns="0" rIns="0" bIns="45720" rtlCol="0">
            <a:spAutoFit/>
          </a:bodyPr>
          <a:lstStyle/>
          <a:p>
            <a:r>
              <a:rPr lang="en-US" b="1" dirty="0">
                <a:solidFill>
                  <a:srgbClr val="5F0095"/>
                </a:solidFill>
              </a:rPr>
              <a:t>Graphs – Hits per second</a:t>
            </a:r>
          </a:p>
        </p:txBody>
      </p:sp>
    </p:spTree>
    <p:extLst>
      <p:ext uri="{BB962C8B-B14F-4D97-AF65-F5344CB8AC3E}">
        <p14:creationId xmlns:p14="http://schemas.microsoft.com/office/powerpoint/2010/main" val="329601559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F3605E5D-5A00-41EE-A1CD-803DF3F0A167}"/>
              </a:ext>
            </a:extLst>
          </p:cNvPr>
          <p:cNvGrpSpPr>
            <a:grpSpLocks noChangeAspect="1"/>
          </p:cNvGrpSpPr>
          <p:nvPr/>
        </p:nvGrpSpPr>
        <p:grpSpPr>
          <a:xfrm>
            <a:off x="9826702" y="5979230"/>
            <a:ext cx="2185416" cy="586592"/>
            <a:chOff x="9563100" y="1673029"/>
            <a:chExt cx="1389888" cy="373063"/>
          </a:xfrm>
        </p:grpSpPr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1FDAAE20-8701-4F6F-B157-65F7FC179F5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563100" y="1825994"/>
              <a:ext cx="1389888" cy="220098"/>
            </a:xfrm>
            <a:prstGeom prst="rect">
              <a:avLst/>
            </a:prstGeom>
          </p:spPr>
        </p:pic>
        <p:sp>
          <p:nvSpPr>
            <p:cNvPr id="4" name="Freeform 5">
              <a:extLst>
                <a:ext uri="{FF2B5EF4-FFF2-40B4-BE49-F238E27FC236}">
                  <a16:creationId xmlns:a16="http://schemas.microsoft.com/office/drawing/2014/main" id="{360132F0-E742-436A-BC62-747967D00187}"/>
                </a:ext>
              </a:extLst>
            </p:cNvPr>
            <p:cNvSpPr>
              <a:spLocks/>
            </p:cNvSpPr>
            <p:nvPr/>
          </p:nvSpPr>
          <p:spPr bwMode="auto">
            <a:xfrm>
              <a:off x="10373550" y="1673029"/>
              <a:ext cx="136525" cy="147638"/>
            </a:xfrm>
            <a:custGeom>
              <a:avLst/>
              <a:gdLst>
                <a:gd name="T0" fmla="*/ 0 w 86"/>
                <a:gd name="T1" fmla="*/ 66 h 93"/>
                <a:gd name="T2" fmla="*/ 50 w 86"/>
                <a:gd name="T3" fmla="*/ 47 h 93"/>
                <a:gd name="T4" fmla="*/ 0 w 86"/>
                <a:gd name="T5" fmla="*/ 27 h 93"/>
                <a:gd name="T6" fmla="*/ 0 w 86"/>
                <a:gd name="T7" fmla="*/ 0 h 93"/>
                <a:gd name="T8" fmla="*/ 86 w 86"/>
                <a:gd name="T9" fmla="*/ 35 h 93"/>
                <a:gd name="T10" fmla="*/ 86 w 86"/>
                <a:gd name="T11" fmla="*/ 57 h 93"/>
                <a:gd name="T12" fmla="*/ 0 w 86"/>
                <a:gd name="T13" fmla="*/ 93 h 93"/>
                <a:gd name="T14" fmla="*/ 0 w 86"/>
                <a:gd name="T15" fmla="*/ 66 h 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86" h="93">
                  <a:moveTo>
                    <a:pt x="0" y="66"/>
                  </a:moveTo>
                  <a:lnTo>
                    <a:pt x="50" y="47"/>
                  </a:lnTo>
                  <a:lnTo>
                    <a:pt x="0" y="27"/>
                  </a:lnTo>
                  <a:lnTo>
                    <a:pt x="0" y="0"/>
                  </a:lnTo>
                  <a:lnTo>
                    <a:pt x="86" y="35"/>
                  </a:lnTo>
                  <a:lnTo>
                    <a:pt x="86" y="57"/>
                  </a:lnTo>
                  <a:lnTo>
                    <a:pt x="0" y="93"/>
                  </a:lnTo>
                  <a:lnTo>
                    <a:pt x="0" y="66"/>
                  </a:lnTo>
                  <a:close/>
                </a:path>
              </a:pathLst>
            </a:custGeom>
            <a:solidFill>
              <a:srgbClr val="7900BF"/>
            </a:solidFill>
            <a:ln w="9525">
              <a:solidFill>
                <a:srgbClr val="7900BF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FF00"/>
                </a:solidFill>
                <a:effectLst/>
                <a:uLnTx/>
                <a:uFillTx/>
              </a:endParaRPr>
            </a:p>
          </p:txBody>
        </p:sp>
      </p:grpSp>
      <p:sp>
        <p:nvSpPr>
          <p:cNvPr id="5" name="Title 4">
            <a:extLst>
              <a:ext uri="{FF2B5EF4-FFF2-40B4-BE49-F238E27FC236}">
                <a16:creationId xmlns:a16="http://schemas.microsoft.com/office/drawing/2014/main" id="{F684E18E-E26D-4027-8B99-DD9948E7A8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381000"/>
            <a:ext cx="11430000" cy="531978"/>
          </a:xfrm>
        </p:spPr>
        <p:txBody>
          <a:bodyPr>
            <a:normAutofit/>
          </a:bodyPr>
          <a:lstStyle/>
          <a:p>
            <a:r>
              <a:rPr lang="en-US" sz="3200" cap="none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Analysis – Basic Features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400D49D-B371-4693-9912-63BD6D84CE40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/>
        <p:txBody>
          <a:bodyPr/>
          <a:lstStyle/>
          <a:p>
            <a:fld id="{4F9AC08D-23A9-440E-BCB9-AA1E9877CC38}" type="slidenum">
              <a:rPr lang="en-US" smtClean="0"/>
              <a:pPr/>
              <a:t>28</a:t>
            </a:fld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349774B-6E78-32F9-F69E-C23A7CF3509E}"/>
              </a:ext>
            </a:extLst>
          </p:cNvPr>
          <p:cNvSpPr txBox="1"/>
          <p:nvPr/>
        </p:nvSpPr>
        <p:spPr>
          <a:xfrm>
            <a:off x="381000" y="1016710"/>
            <a:ext cx="3518338" cy="323165"/>
          </a:xfrm>
          <a:prstGeom prst="rect">
            <a:avLst/>
          </a:prstGeom>
          <a:noFill/>
        </p:spPr>
        <p:txBody>
          <a:bodyPr wrap="square" lIns="0" tIns="0" rIns="0" bIns="45720" rtlCol="0">
            <a:spAutoFit/>
          </a:bodyPr>
          <a:lstStyle/>
          <a:p>
            <a:r>
              <a:rPr lang="en-US" b="1" dirty="0">
                <a:solidFill>
                  <a:srgbClr val="5F0095"/>
                </a:solidFill>
              </a:rPr>
              <a:t>Graphs – Throughput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6D00D8A-5D12-2827-6A10-461BE2AF7071}"/>
              </a:ext>
            </a:extLst>
          </p:cNvPr>
          <p:cNvSpPr txBox="1"/>
          <p:nvPr/>
        </p:nvSpPr>
        <p:spPr>
          <a:xfrm>
            <a:off x="6192014" y="1016710"/>
            <a:ext cx="3518338" cy="323165"/>
          </a:xfrm>
          <a:prstGeom prst="rect">
            <a:avLst/>
          </a:prstGeom>
          <a:noFill/>
        </p:spPr>
        <p:txBody>
          <a:bodyPr wrap="square" lIns="0" tIns="0" rIns="0" bIns="45720" rtlCol="0">
            <a:spAutoFit/>
          </a:bodyPr>
          <a:lstStyle/>
          <a:p>
            <a:r>
              <a:rPr lang="en-US" b="1" dirty="0">
                <a:solidFill>
                  <a:srgbClr val="5F0095"/>
                </a:solidFill>
              </a:rPr>
              <a:t>Graphs – Running </a:t>
            </a:r>
            <a:r>
              <a:rPr lang="en-US" b="1" dirty="0" err="1">
                <a:solidFill>
                  <a:srgbClr val="5F0095"/>
                </a:solidFill>
              </a:rPr>
              <a:t>Vuser</a:t>
            </a:r>
            <a:endParaRPr lang="en-US" b="1" dirty="0">
              <a:solidFill>
                <a:srgbClr val="5F0095"/>
              </a:solidFill>
            </a:endParaRPr>
          </a:p>
        </p:txBody>
      </p:sp>
      <p:pic>
        <p:nvPicPr>
          <p:cNvPr id="8194" name="Picture 2" descr="How to use Analyzer in LoadRunner">
            <a:extLst>
              <a:ext uri="{FF2B5EF4-FFF2-40B4-BE49-F238E27FC236}">
                <a16:creationId xmlns:a16="http://schemas.microsoft.com/office/drawing/2014/main" id="{2C585F7D-39E1-5066-D7DB-F7DC46D2436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" y="1443607"/>
            <a:ext cx="5714998" cy="38203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198" name="Picture 6" descr="How to use Analyzer in LoadRunner">
            <a:extLst>
              <a:ext uri="{FF2B5EF4-FFF2-40B4-BE49-F238E27FC236}">
                <a16:creationId xmlns:a16="http://schemas.microsoft.com/office/drawing/2014/main" id="{B914A0AC-F5A8-1E13-B2BC-A58736EF98F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92014" y="1443607"/>
            <a:ext cx="5714998" cy="38203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611400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F3605E5D-5A00-41EE-A1CD-803DF3F0A167}"/>
              </a:ext>
            </a:extLst>
          </p:cNvPr>
          <p:cNvGrpSpPr>
            <a:grpSpLocks noChangeAspect="1"/>
          </p:cNvGrpSpPr>
          <p:nvPr/>
        </p:nvGrpSpPr>
        <p:grpSpPr>
          <a:xfrm>
            <a:off x="9826702" y="5979230"/>
            <a:ext cx="2185416" cy="586592"/>
            <a:chOff x="9563100" y="1673029"/>
            <a:chExt cx="1389888" cy="373063"/>
          </a:xfrm>
        </p:grpSpPr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1FDAAE20-8701-4F6F-B157-65F7FC179F5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563100" y="1825994"/>
              <a:ext cx="1389888" cy="220098"/>
            </a:xfrm>
            <a:prstGeom prst="rect">
              <a:avLst/>
            </a:prstGeom>
          </p:spPr>
        </p:pic>
        <p:sp>
          <p:nvSpPr>
            <p:cNvPr id="4" name="Freeform 5">
              <a:extLst>
                <a:ext uri="{FF2B5EF4-FFF2-40B4-BE49-F238E27FC236}">
                  <a16:creationId xmlns:a16="http://schemas.microsoft.com/office/drawing/2014/main" id="{360132F0-E742-436A-BC62-747967D00187}"/>
                </a:ext>
              </a:extLst>
            </p:cNvPr>
            <p:cNvSpPr>
              <a:spLocks/>
            </p:cNvSpPr>
            <p:nvPr/>
          </p:nvSpPr>
          <p:spPr bwMode="auto">
            <a:xfrm>
              <a:off x="10373550" y="1673029"/>
              <a:ext cx="136525" cy="147638"/>
            </a:xfrm>
            <a:custGeom>
              <a:avLst/>
              <a:gdLst>
                <a:gd name="T0" fmla="*/ 0 w 86"/>
                <a:gd name="T1" fmla="*/ 66 h 93"/>
                <a:gd name="T2" fmla="*/ 50 w 86"/>
                <a:gd name="T3" fmla="*/ 47 h 93"/>
                <a:gd name="T4" fmla="*/ 0 w 86"/>
                <a:gd name="T5" fmla="*/ 27 h 93"/>
                <a:gd name="T6" fmla="*/ 0 w 86"/>
                <a:gd name="T7" fmla="*/ 0 h 93"/>
                <a:gd name="T8" fmla="*/ 86 w 86"/>
                <a:gd name="T9" fmla="*/ 35 h 93"/>
                <a:gd name="T10" fmla="*/ 86 w 86"/>
                <a:gd name="T11" fmla="*/ 57 h 93"/>
                <a:gd name="T12" fmla="*/ 0 w 86"/>
                <a:gd name="T13" fmla="*/ 93 h 93"/>
                <a:gd name="T14" fmla="*/ 0 w 86"/>
                <a:gd name="T15" fmla="*/ 66 h 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86" h="93">
                  <a:moveTo>
                    <a:pt x="0" y="66"/>
                  </a:moveTo>
                  <a:lnTo>
                    <a:pt x="50" y="47"/>
                  </a:lnTo>
                  <a:lnTo>
                    <a:pt x="0" y="27"/>
                  </a:lnTo>
                  <a:lnTo>
                    <a:pt x="0" y="0"/>
                  </a:lnTo>
                  <a:lnTo>
                    <a:pt x="86" y="35"/>
                  </a:lnTo>
                  <a:lnTo>
                    <a:pt x="86" y="57"/>
                  </a:lnTo>
                  <a:lnTo>
                    <a:pt x="0" y="93"/>
                  </a:lnTo>
                  <a:lnTo>
                    <a:pt x="0" y="66"/>
                  </a:lnTo>
                  <a:close/>
                </a:path>
              </a:pathLst>
            </a:custGeom>
            <a:solidFill>
              <a:srgbClr val="7900BF"/>
            </a:solidFill>
            <a:ln w="9525">
              <a:solidFill>
                <a:srgbClr val="7900BF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FF00"/>
                </a:solidFill>
                <a:effectLst/>
                <a:uLnTx/>
                <a:uFillTx/>
              </a:endParaRPr>
            </a:p>
          </p:txBody>
        </p:sp>
      </p:grpSp>
      <p:sp>
        <p:nvSpPr>
          <p:cNvPr id="5" name="Title 4">
            <a:extLst>
              <a:ext uri="{FF2B5EF4-FFF2-40B4-BE49-F238E27FC236}">
                <a16:creationId xmlns:a16="http://schemas.microsoft.com/office/drawing/2014/main" id="{F684E18E-E26D-4027-8B99-DD9948E7A8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381000"/>
            <a:ext cx="11430000" cy="531978"/>
          </a:xfrm>
        </p:spPr>
        <p:txBody>
          <a:bodyPr>
            <a:normAutofit/>
          </a:bodyPr>
          <a:lstStyle/>
          <a:p>
            <a:r>
              <a:rPr lang="en-US" sz="3600" cap="none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Integration &amp; Other Facilities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400D49D-B371-4693-9912-63BD6D84CE40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/>
        <p:txBody>
          <a:bodyPr/>
          <a:lstStyle/>
          <a:p>
            <a:fld id="{4F9AC08D-23A9-440E-BCB9-AA1E9877CC38}" type="slidenum">
              <a:rPr lang="en-US" smtClean="0"/>
              <a:pPr/>
              <a:t>29</a:t>
            </a:fld>
            <a:endParaRPr lang="en-US" dirty="0"/>
          </a:p>
        </p:txBody>
      </p:sp>
      <p:sp>
        <p:nvSpPr>
          <p:cNvPr id="10" name="Content Placeholder 7"/>
          <p:cNvSpPr txBox="1">
            <a:spLocks/>
          </p:cNvSpPr>
          <p:nvPr/>
        </p:nvSpPr>
        <p:spPr>
          <a:xfrm>
            <a:off x="583713" y="912977"/>
            <a:ext cx="11106933" cy="5376728"/>
          </a:xfrm>
          <a:prstGeom prst="rect">
            <a:avLst/>
          </a:prstGeom>
        </p:spPr>
        <p:txBody>
          <a:bodyPr vert="horz" lIns="0" tIns="91440" rIns="0" bIns="45720" rtlCol="0">
            <a:normAutofit/>
          </a:bodyPr>
          <a:lstStyle>
            <a:lvl1pPr marL="55561" indent="0" algn="l" defTabSz="914377" rtl="0" eaLnBrk="1" latinLnBrk="0" hangingPunct="1">
              <a:lnSpc>
                <a:spcPct val="85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sz="2800" b="1" kern="1200" cap="none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85744" indent="-230182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14338" indent="-230182" algn="l" defTabSz="914377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Graphik" panose="020B0503030202060203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85783" indent="-171446" algn="l" defTabSz="914377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57229" indent="-177796" algn="l" defTabSz="914377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Graphik" panose="020B0503030202060203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028674" indent="-17303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5561" indent="0" algn="l" defTabSz="914377" rtl="0" eaLnBrk="1" latinLnBrk="0" hangingPunct="1">
              <a:lnSpc>
                <a:spcPct val="90000"/>
              </a:lnSpc>
              <a:spcBef>
                <a:spcPts val="800"/>
              </a:spcBef>
              <a:buFont typeface="Arial" panose="020B0604020202020204" pitchFamily="34" charset="0"/>
              <a:buNone/>
              <a:defRPr sz="1200" b="1" kern="1200" cap="all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7pPr>
            <a:lvl8pPr marL="55561" indent="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5561" indent="0" algn="l" defTabSz="914377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12761" indent="-457200">
              <a:buFont typeface="Arial" panose="020B0604020202020204" pitchFamily="34" charset="0"/>
              <a:buChar char="•"/>
            </a:pPr>
            <a:r>
              <a:rPr lang="en-US" sz="2000" dirty="0" err="1"/>
              <a:t>Git</a:t>
            </a:r>
            <a:r>
              <a:rPr lang="en-US" sz="2000" dirty="0"/>
              <a:t> Integration</a:t>
            </a:r>
            <a:r>
              <a:rPr lang="en-US" sz="2000" b="0" dirty="0"/>
              <a:t> : </a:t>
            </a:r>
            <a:r>
              <a:rPr lang="en-US" sz="2000" b="0" dirty="0">
                <a:cs typeface="Calibri" pitchFamily="34" charset="0"/>
              </a:rPr>
              <a:t>In version 12.53, the </a:t>
            </a:r>
            <a:r>
              <a:rPr lang="en-US" sz="2000" b="0" dirty="0" err="1">
                <a:cs typeface="Calibri" pitchFamily="34" charset="0"/>
              </a:rPr>
              <a:t>VuGen</a:t>
            </a:r>
            <a:r>
              <a:rPr lang="en-US" sz="2000" b="0" dirty="0">
                <a:cs typeface="Calibri" pitchFamily="34" charset="0"/>
              </a:rPr>
              <a:t> integrates with </a:t>
            </a:r>
            <a:r>
              <a:rPr lang="en-US" sz="2000" b="0" dirty="0" err="1">
                <a:cs typeface="Calibri" pitchFamily="34" charset="0"/>
              </a:rPr>
              <a:t>Git</a:t>
            </a:r>
            <a:r>
              <a:rPr lang="en-US" sz="2000" b="0" dirty="0">
                <a:cs typeface="Calibri" pitchFamily="34" charset="0"/>
              </a:rPr>
              <a:t>, you can store </a:t>
            </a:r>
            <a:r>
              <a:rPr lang="en-US" sz="2000" b="0" dirty="0" err="1">
                <a:cs typeface="Calibri" pitchFamily="34" charset="0"/>
              </a:rPr>
              <a:t>VuGen</a:t>
            </a:r>
            <a:r>
              <a:rPr lang="en-US" sz="2000" b="0" dirty="0">
                <a:cs typeface="Calibri" pitchFamily="34" charset="0"/>
              </a:rPr>
              <a:t> scripts in a </a:t>
            </a:r>
            <a:r>
              <a:rPr lang="en-US" sz="2000" b="0" dirty="0" err="1">
                <a:cs typeface="Calibri" pitchFamily="34" charset="0"/>
              </a:rPr>
              <a:t>Git</a:t>
            </a:r>
            <a:r>
              <a:rPr lang="en-US" sz="2000" b="0" dirty="0">
                <a:cs typeface="Calibri" pitchFamily="34" charset="0"/>
              </a:rPr>
              <a:t> or a </a:t>
            </a:r>
            <a:r>
              <a:rPr lang="en-US" sz="2000" b="0" dirty="0" err="1">
                <a:cs typeface="Calibri" pitchFamily="34" charset="0"/>
              </a:rPr>
              <a:t>GitHub</a:t>
            </a:r>
            <a:r>
              <a:rPr lang="en-US" sz="2000" b="0" dirty="0">
                <a:cs typeface="Calibri" pitchFamily="34" charset="0"/>
              </a:rPr>
              <a:t> repository for collaboration and versioning for agile teams.</a:t>
            </a:r>
          </a:p>
          <a:p>
            <a:pPr marL="512761" indent="-457200">
              <a:buFont typeface="Arial" panose="020B0604020202020204" pitchFamily="34" charset="0"/>
              <a:buChar char="•"/>
            </a:pPr>
            <a:r>
              <a:rPr lang="en-US" sz="2000" dirty="0"/>
              <a:t>Jenkins Integration</a:t>
            </a:r>
            <a:r>
              <a:rPr lang="en-US" sz="2000" b="0" dirty="0"/>
              <a:t>: </a:t>
            </a:r>
            <a:r>
              <a:rPr lang="en-US" sz="2000" b="0" dirty="0">
                <a:cs typeface="Calibri" pitchFamily="34" charset="0"/>
              </a:rPr>
              <a:t>Automate the tests using plug-in HP Application Automation Tools.</a:t>
            </a:r>
          </a:p>
          <a:p>
            <a:pPr marL="512761" indent="-457200">
              <a:buFont typeface="Arial" panose="020B0604020202020204" pitchFamily="34" charset="0"/>
              <a:buChar char="•"/>
            </a:pPr>
            <a:r>
              <a:rPr lang="en-US" sz="2000" dirty="0" err="1">
                <a:cs typeface="Calibri" pitchFamily="34" charset="0"/>
              </a:rPr>
              <a:t>Stormrunner</a:t>
            </a:r>
            <a:r>
              <a:rPr lang="en-US" sz="2000" dirty="0">
                <a:cs typeface="Calibri" pitchFamily="34" charset="0"/>
              </a:rPr>
              <a:t> (LoadRunner as cloud)</a:t>
            </a:r>
            <a:r>
              <a:rPr lang="en-US" sz="2000" b="0" dirty="0">
                <a:cs typeface="Calibri" pitchFamily="34" charset="0"/>
              </a:rPr>
              <a:t>: Supports </a:t>
            </a:r>
            <a:r>
              <a:rPr lang="en-US" sz="2000" b="0" dirty="0" err="1">
                <a:cs typeface="Calibri" pitchFamily="34" charset="0"/>
              </a:rPr>
              <a:t>Vugen</a:t>
            </a:r>
            <a:r>
              <a:rPr lang="en-US" sz="2000" b="0" dirty="0">
                <a:cs typeface="Calibri" pitchFamily="34" charset="0"/>
              </a:rPr>
              <a:t> scripts, </a:t>
            </a:r>
            <a:r>
              <a:rPr lang="en-US" sz="2000" b="0" dirty="0" err="1">
                <a:cs typeface="Calibri" pitchFamily="34" charset="0"/>
              </a:rPr>
              <a:t>Jmeter</a:t>
            </a:r>
            <a:r>
              <a:rPr lang="en-US" sz="2000" b="0" dirty="0">
                <a:cs typeface="Calibri" pitchFamily="34" charset="0"/>
              </a:rPr>
              <a:t> &amp; other scripts. </a:t>
            </a:r>
          </a:p>
          <a:p>
            <a:pPr marL="512761" indent="-457200">
              <a:buFont typeface="Arial" panose="020B0604020202020204" pitchFamily="34" charset="0"/>
              <a:buChar char="•"/>
            </a:pPr>
            <a:r>
              <a:rPr lang="en-US" sz="2000" b="0" dirty="0">
                <a:cs typeface="Calibri" pitchFamily="34" charset="0"/>
              </a:rPr>
              <a:t>Support for additional Virtual Table Server (VTS) APIs</a:t>
            </a:r>
          </a:p>
          <a:p>
            <a:pPr marL="512761" indent="-457200">
              <a:buFont typeface="Arial" panose="020B0604020202020204" pitchFamily="34" charset="0"/>
              <a:buChar char="•"/>
            </a:pPr>
            <a:r>
              <a:rPr lang="en-US" sz="2000" b="0" dirty="0"/>
              <a:t>New cloud provider </a:t>
            </a:r>
            <a:r>
              <a:rPr lang="en-US" sz="2000" b="0" dirty="0" err="1"/>
              <a:t>DigitalOcean</a:t>
            </a:r>
            <a:r>
              <a:rPr lang="en-US" sz="2000" b="0" dirty="0"/>
              <a:t> that allows you to now provision load generators with Amazon EC2, Microsoft AZURE, Google Compute Engine, and </a:t>
            </a:r>
            <a:r>
              <a:rPr lang="en-US" sz="2000" b="0" dirty="0" err="1"/>
              <a:t>DigitalOcean</a:t>
            </a:r>
            <a:endParaRPr lang="en-US" sz="2000" b="0" dirty="0">
              <a:cs typeface="Calibri" pitchFamily="34" charset="0"/>
            </a:endParaRPr>
          </a:p>
          <a:p>
            <a:endParaRPr lang="en-US" b="0" dirty="0"/>
          </a:p>
          <a:p>
            <a:r>
              <a:rPr lang="en-US" sz="2000" b="0" dirty="0"/>
              <a:t>More learning &amp; information at:</a:t>
            </a:r>
          </a:p>
          <a:p>
            <a:r>
              <a:rPr lang="en-US" sz="2000" b="0" dirty="0">
                <a:hlinkClick r:id="rId3"/>
              </a:rPr>
              <a:t>www.microfocus.com/loadrunner</a:t>
            </a:r>
            <a:endParaRPr lang="en-US" sz="2000" b="0" dirty="0"/>
          </a:p>
          <a:p>
            <a:r>
              <a:rPr lang="en-US" sz="2000" b="0" dirty="0">
                <a:hlinkClick r:id="rId4"/>
              </a:rPr>
              <a:t>www.microfocus.com/performancecenter</a:t>
            </a:r>
            <a:endParaRPr lang="en-US" sz="2000" b="0" dirty="0"/>
          </a:p>
          <a:p>
            <a:r>
              <a:rPr lang="en-US" sz="2000" b="0" dirty="0">
                <a:hlinkClick r:id="rId5"/>
              </a:rPr>
              <a:t>https://community.microfocus.com/</a:t>
            </a:r>
            <a:endParaRPr lang="en-US" sz="2000" b="0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2545775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F3605E5D-5A00-41EE-A1CD-803DF3F0A167}"/>
              </a:ext>
            </a:extLst>
          </p:cNvPr>
          <p:cNvGrpSpPr>
            <a:grpSpLocks noChangeAspect="1"/>
          </p:cNvGrpSpPr>
          <p:nvPr/>
        </p:nvGrpSpPr>
        <p:grpSpPr>
          <a:xfrm>
            <a:off x="9826702" y="5979230"/>
            <a:ext cx="2185416" cy="586592"/>
            <a:chOff x="9563100" y="1673029"/>
            <a:chExt cx="1389888" cy="373063"/>
          </a:xfrm>
        </p:grpSpPr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1FDAAE20-8701-4F6F-B157-65F7FC179F5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563100" y="1825994"/>
              <a:ext cx="1389888" cy="220098"/>
            </a:xfrm>
            <a:prstGeom prst="rect">
              <a:avLst/>
            </a:prstGeom>
          </p:spPr>
        </p:pic>
        <p:sp>
          <p:nvSpPr>
            <p:cNvPr id="4" name="Freeform 5">
              <a:extLst>
                <a:ext uri="{FF2B5EF4-FFF2-40B4-BE49-F238E27FC236}">
                  <a16:creationId xmlns:a16="http://schemas.microsoft.com/office/drawing/2014/main" id="{360132F0-E742-436A-BC62-747967D00187}"/>
                </a:ext>
              </a:extLst>
            </p:cNvPr>
            <p:cNvSpPr>
              <a:spLocks/>
            </p:cNvSpPr>
            <p:nvPr/>
          </p:nvSpPr>
          <p:spPr bwMode="auto">
            <a:xfrm>
              <a:off x="10373550" y="1673029"/>
              <a:ext cx="136525" cy="147638"/>
            </a:xfrm>
            <a:custGeom>
              <a:avLst/>
              <a:gdLst>
                <a:gd name="T0" fmla="*/ 0 w 86"/>
                <a:gd name="T1" fmla="*/ 66 h 93"/>
                <a:gd name="T2" fmla="*/ 50 w 86"/>
                <a:gd name="T3" fmla="*/ 47 h 93"/>
                <a:gd name="T4" fmla="*/ 0 w 86"/>
                <a:gd name="T5" fmla="*/ 27 h 93"/>
                <a:gd name="T6" fmla="*/ 0 w 86"/>
                <a:gd name="T7" fmla="*/ 0 h 93"/>
                <a:gd name="T8" fmla="*/ 86 w 86"/>
                <a:gd name="T9" fmla="*/ 35 h 93"/>
                <a:gd name="T10" fmla="*/ 86 w 86"/>
                <a:gd name="T11" fmla="*/ 57 h 93"/>
                <a:gd name="T12" fmla="*/ 0 w 86"/>
                <a:gd name="T13" fmla="*/ 93 h 93"/>
                <a:gd name="T14" fmla="*/ 0 w 86"/>
                <a:gd name="T15" fmla="*/ 66 h 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86" h="93">
                  <a:moveTo>
                    <a:pt x="0" y="66"/>
                  </a:moveTo>
                  <a:lnTo>
                    <a:pt x="50" y="47"/>
                  </a:lnTo>
                  <a:lnTo>
                    <a:pt x="0" y="27"/>
                  </a:lnTo>
                  <a:lnTo>
                    <a:pt x="0" y="0"/>
                  </a:lnTo>
                  <a:lnTo>
                    <a:pt x="86" y="35"/>
                  </a:lnTo>
                  <a:lnTo>
                    <a:pt x="86" y="57"/>
                  </a:lnTo>
                  <a:lnTo>
                    <a:pt x="0" y="93"/>
                  </a:lnTo>
                  <a:lnTo>
                    <a:pt x="0" y="66"/>
                  </a:lnTo>
                  <a:close/>
                </a:path>
              </a:pathLst>
            </a:custGeom>
            <a:solidFill>
              <a:srgbClr val="7900BF"/>
            </a:solidFill>
            <a:ln w="9525">
              <a:solidFill>
                <a:srgbClr val="7900BF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FF00"/>
                </a:solidFill>
                <a:effectLst/>
                <a:uLnTx/>
                <a:uFillTx/>
              </a:endParaRPr>
            </a:p>
          </p:txBody>
        </p:sp>
      </p:grpSp>
      <p:sp>
        <p:nvSpPr>
          <p:cNvPr id="5" name="Title 4">
            <a:extLst>
              <a:ext uri="{FF2B5EF4-FFF2-40B4-BE49-F238E27FC236}">
                <a16:creationId xmlns:a16="http://schemas.microsoft.com/office/drawing/2014/main" id="{3C5B04AC-E915-42FD-A6F5-ED1F5CD0DE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84745" y="462456"/>
            <a:ext cx="1422510" cy="609599"/>
          </a:xfrm>
        </p:spPr>
        <p:txBody>
          <a:bodyPr>
            <a:normAutofit/>
          </a:bodyPr>
          <a:lstStyle/>
          <a:p>
            <a:r>
              <a:rPr lang="en-US" sz="4400" cap="none" dirty="0">
                <a:solidFill>
                  <a:srgbClr val="92D050"/>
                </a:solidFill>
              </a:rPr>
              <a:t>Q&amp;A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7BF781D-B935-45B5-8976-21EE6DFCB7B1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4F9AC08D-23A9-440E-BCB9-AA1E9877CC38}" type="slidenum">
              <a:rPr lang="en-US" smtClean="0"/>
              <a:pPr/>
              <a:t>30</a:t>
            </a:fld>
            <a:endParaRPr lang="en-US" dirty="0"/>
          </a:p>
        </p:txBody>
      </p:sp>
      <p:sp>
        <p:nvSpPr>
          <p:cNvPr id="6" name="Title 4">
            <a:extLst>
              <a:ext uri="{FF2B5EF4-FFF2-40B4-BE49-F238E27FC236}">
                <a16:creationId xmlns:a16="http://schemas.microsoft.com/office/drawing/2014/main" id="{98E9F983-B0C1-6EAE-28B0-6CFF0CE009F8}"/>
              </a:ext>
            </a:extLst>
          </p:cNvPr>
          <p:cNvSpPr txBox="1">
            <a:spLocks/>
          </p:cNvSpPr>
          <p:nvPr/>
        </p:nvSpPr>
        <p:spPr>
          <a:xfrm>
            <a:off x="714703" y="1807780"/>
            <a:ext cx="10600993" cy="539138"/>
          </a:xfrm>
          <a:prstGeom prst="rect">
            <a:avLst/>
          </a:prstGeom>
        </p:spPr>
        <p:txBody>
          <a:bodyPr vert="horz" lIns="0" tIns="45720" rIns="0" bIns="0" rtlCol="0" anchor="t" anchorCtr="0">
            <a:normAutofit/>
          </a:bodyPr>
          <a:lstStyle>
            <a:lvl1pPr marL="0" indent="0" algn="l" defTabSz="914377" rtl="0" eaLnBrk="1" latinLnBrk="0" hangingPunct="1">
              <a:lnSpc>
                <a:spcPct val="70000"/>
              </a:lnSpc>
              <a:spcBef>
                <a:spcPct val="0"/>
              </a:spcBef>
              <a:buNone/>
              <a:defRPr sz="4000" b="0" kern="1200" cap="all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000" cap="none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Which scenario schedule is best suited for Step Load Test?</a:t>
            </a:r>
          </a:p>
          <a:p>
            <a:endParaRPr lang="en-US" sz="2400" cap="none" dirty="0">
              <a:solidFill>
                <a:schemeClr val="accent1">
                  <a:lumMod val="75000"/>
                </a:schemeClr>
              </a:solidFill>
              <a:latin typeface="+mn-lt"/>
            </a:endParaRPr>
          </a:p>
        </p:txBody>
      </p:sp>
      <p:sp>
        <p:nvSpPr>
          <p:cNvPr id="8" name="Title 4">
            <a:extLst>
              <a:ext uri="{FF2B5EF4-FFF2-40B4-BE49-F238E27FC236}">
                <a16:creationId xmlns:a16="http://schemas.microsoft.com/office/drawing/2014/main" id="{92EC1F57-DE41-7A22-F1F9-D0C2DCB1E616}"/>
              </a:ext>
            </a:extLst>
          </p:cNvPr>
          <p:cNvSpPr txBox="1">
            <a:spLocks/>
          </p:cNvSpPr>
          <p:nvPr/>
        </p:nvSpPr>
        <p:spPr>
          <a:xfrm>
            <a:off x="714702" y="2117599"/>
            <a:ext cx="3563007" cy="1256223"/>
          </a:xfrm>
          <a:prstGeom prst="rect">
            <a:avLst/>
          </a:prstGeom>
        </p:spPr>
        <p:txBody>
          <a:bodyPr vert="horz" lIns="0" tIns="45720" rIns="0" bIns="0" rtlCol="0" anchor="t" anchorCtr="0">
            <a:normAutofit/>
          </a:bodyPr>
          <a:lstStyle>
            <a:lvl1pPr marL="0" indent="0" algn="l" defTabSz="914377" rtl="0" eaLnBrk="1" latinLnBrk="0" hangingPunct="1">
              <a:lnSpc>
                <a:spcPct val="70000"/>
              </a:lnSpc>
              <a:spcBef>
                <a:spcPct val="0"/>
              </a:spcBef>
              <a:buNone/>
              <a:defRPr sz="4000" b="0" kern="1200" cap="all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457200" indent="-457200">
              <a:lnSpc>
                <a:spcPct val="100000"/>
              </a:lnSpc>
              <a:buAutoNum type="alphaUcPeriod"/>
            </a:pPr>
            <a:r>
              <a:rPr lang="en-US" sz="1600" cap="none" dirty="0">
                <a:solidFill>
                  <a:srgbClr val="BD001D"/>
                </a:solidFill>
                <a:latin typeface="+mn-lt"/>
              </a:rPr>
              <a:t>Basic Schedule</a:t>
            </a:r>
          </a:p>
          <a:p>
            <a:pPr marL="457200" indent="-457200">
              <a:lnSpc>
                <a:spcPct val="100000"/>
              </a:lnSpc>
              <a:buAutoNum type="alphaUcPeriod"/>
            </a:pPr>
            <a:r>
              <a:rPr lang="en-US" sz="1600" cap="none" dirty="0">
                <a:solidFill>
                  <a:srgbClr val="BD001D"/>
                </a:solidFill>
                <a:latin typeface="+mn-lt"/>
              </a:rPr>
              <a:t>Real-world Scenario</a:t>
            </a:r>
          </a:p>
          <a:p>
            <a:endParaRPr lang="en-US" sz="2000" cap="none" dirty="0">
              <a:solidFill>
                <a:srgbClr val="BD001D"/>
              </a:solidFill>
              <a:latin typeface="+mn-lt"/>
            </a:endParaRPr>
          </a:p>
        </p:txBody>
      </p:sp>
      <p:pic>
        <p:nvPicPr>
          <p:cNvPr id="10" name="Graphic 9" descr="Help with solid fill">
            <a:extLst>
              <a:ext uri="{FF2B5EF4-FFF2-40B4-BE49-F238E27FC236}">
                <a16:creationId xmlns:a16="http://schemas.microsoft.com/office/drawing/2014/main" id="{39F7EE4F-7804-7F81-5338-C11A033D30C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049002" y="93202"/>
            <a:ext cx="914400" cy="914400"/>
          </a:xfrm>
          <a:prstGeom prst="rect">
            <a:avLst/>
          </a:prstGeom>
        </p:spPr>
      </p:pic>
      <p:sp>
        <p:nvSpPr>
          <p:cNvPr id="11" name="Title 4">
            <a:extLst>
              <a:ext uri="{FF2B5EF4-FFF2-40B4-BE49-F238E27FC236}">
                <a16:creationId xmlns:a16="http://schemas.microsoft.com/office/drawing/2014/main" id="{C929C038-E2E2-3D12-C8D1-A849820F5560}"/>
              </a:ext>
            </a:extLst>
          </p:cNvPr>
          <p:cNvSpPr txBox="1">
            <a:spLocks/>
          </p:cNvSpPr>
          <p:nvPr/>
        </p:nvSpPr>
        <p:spPr>
          <a:xfrm>
            <a:off x="714702" y="3610065"/>
            <a:ext cx="10386326" cy="701322"/>
          </a:xfrm>
          <a:prstGeom prst="rect">
            <a:avLst/>
          </a:prstGeom>
        </p:spPr>
        <p:txBody>
          <a:bodyPr vert="horz" lIns="0" tIns="45720" rIns="0" bIns="0" rtlCol="0" anchor="t" anchorCtr="0">
            <a:normAutofit/>
          </a:bodyPr>
          <a:lstStyle>
            <a:lvl1pPr marL="0" indent="0" algn="l" defTabSz="914377" rtl="0" eaLnBrk="1" latinLnBrk="0" hangingPunct="1">
              <a:lnSpc>
                <a:spcPct val="70000"/>
              </a:lnSpc>
              <a:spcBef>
                <a:spcPct val="0"/>
              </a:spcBef>
              <a:buNone/>
              <a:defRPr sz="4000" b="0" kern="1200" cap="all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en-US" sz="2000" cap="none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Which of the following graphs displays the amount of data that the </a:t>
            </a:r>
            <a:r>
              <a:rPr lang="en-US" sz="2000" cap="none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VUsers</a:t>
            </a:r>
            <a:r>
              <a:rPr lang="en-US" sz="2000" cap="none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received from the server?</a:t>
            </a:r>
          </a:p>
          <a:p>
            <a:pPr>
              <a:lnSpc>
                <a:spcPct val="100000"/>
              </a:lnSpc>
            </a:pPr>
            <a:endParaRPr lang="en-US" sz="2400" cap="none" dirty="0">
              <a:solidFill>
                <a:schemeClr val="accent1">
                  <a:lumMod val="75000"/>
                </a:schemeClr>
              </a:solidFill>
              <a:latin typeface="+mn-lt"/>
            </a:endParaRPr>
          </a:p>
        </p:txBody>
      </p:sp>
      <p:sp>
        <p:nvSpPr>
          <p:cNvPr id="12" name="Title 4">
            <a:extLst>
              <a:ext uri="{FF2B5EF4-FFF2-40B4-BE49-F238E27FC236}">
                <a16:creationId xmlns:a16="http://schemas.microsoft.com/office/drawing/2014/main" id="{A670D2E2-06F6-9BE8-3CDB-BD8D6BBBAD9D}"/>
              </a:ext>
            </a:extLst>
          </p:cNvPr>
          <p:cNvSpPr txBox="1">
            <a:spLocks/>
          </p:cNvSpPr>
          <p:nvPr/>
        </p:nvSpPr>
        <p:spPr>
          <a:xfrm>
            <a:off x="714703" y="4313670"/>
            <a:ext cx="3468414" cy="1435487"/>
          </a:xfrm>
          <a:prstGeom prst="rect">
            <a:avLst/>
          </a:prstGeom>
        </p:spPr>
        <p:txBody>
          <a:bodyPr vert="horz" lIns="0" tIns="45720" rIns="0" bIns="0" rtlCol="0" anchor="t" anchorCtr="0">
            <a:normAutofit/>
          </a:bodyPr>
          <a:lstStyle>
            <a:lvl1pPr marL="0" indent="0" algn="l" defTabSz="914377" rtl="0" eaLnBrk="1" latinLnBrk="0" hangingPunct="1">
              <a:lnSpc>
                <a:spcPct val="70000"/>
              </a:lnSpc>
              <a:spcBef>
                <a:spcPct val="0"/>
              </a:spcBef>
              <a:buNone/>
              <a:defRPr sz="4000" b="0" kern="1200" cap="all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457200" indent="-457200">
              <a:lnSpc>
                <a:spcPct val="110000"/>
              </a:lnSpc>
              <a:buAutoNum type="alphaUcPeriod"/>
            </a:pPr>
            <a:r>
              <a:rPr lang="en-US" sz="1600" cap="none" dirty="0">
                <a:solidFill>
                  <a:srgbClr val="BD001D"/>
                </a:solidFill>
                <a:latin typeface="+mn-lt"/>
              </a:rPr>
              <a:t>Average Response Time graph </a:t>
            </a:r>
          </a:p>
          <a:p>
            <a:pPr marL="457200" indent="-457200">
              <a:lnSpc>
                <a:spcPct val="110000"/>
              </a:lnSpc>
              <a:buAutoNum type="alphaUcPeriod"/>
            </a:pPr>
            <a:r>
              <a:rPr lang="en-US" sz="1600" cap="none" dirty="0">
                <a:solidFill>
                  <a:srgbClr val="BD001D"/>
                </a:solidFill>
                <a:latin typeface="+mn-lt"/>
              </a:rPr>
              <a:t>Hits Per Second graph</a:t>
            </a:r>
          </a:p>
          <a:p>
            <a:pPr marL="457200" indent="-457200">
              <a:lnSpc>
                <a:spcPct val="110000"/>
              </a:lnSpc>
              <a:buAutoNum type="alphaUcPeriod"/>
            </a:pPr>
            <a:r>
              <a:rPr lang="en-US" sz="1600" cap="none" dirty="0">
                <a:solidFill>
                  <a:srgbClr val="BD001D"/>
                </a:solidFill>
                <a:latin typeface="+mn-lt"/>
              </a:rPr>
              <a:t>Throughput graph</a:t>
            </a:r>
          </a:p>
          <a:p>
            <a:pPr marL="457200" indent="-457200">
              <a:lnSpc>
                <a:spcPct val="110000"/>
              </a:lnSpc>
              <a:buAutoNum type="alphaUcPeriod"/>
            </a:pPr>
            <a:r>
              <a:rPr lang="en-US" sz="1600" cap="none" dirty="0">
                <a:solidFill>
                  <a:srgbClr val="BD001D"/>
                </a:solidFill>
                <a:latin typeface="+mn-lt"/>
              </a:rPr>
              <a:t>None of the above</a:t>
            </a:r>
          </a:p>
          <a:p>
            <a:pPr>
              <a:lnSpc>
                <a:spcPct val="110000"/>
              </a:lnSpc>
            </a:pPr>
            <a:endParaRPr lang="en-US" sz="2000" cap="none" dirty="0">
              <a:solidFill>
                <a:srgbClr val="BD001D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3364494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8" grpId="0"/>
      <p:bldP spid="11" grpId="0"/>
      <p:bldP spid="12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4029B8-C0F0-44AB-A68A-5A576BB96E5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74987" y="1885950"/>
            <a:ext cx="5221013" cy="3086100"/>
          </a:xfrm>
        </p:spPr>
        <p:txBody>
          <a:bodyPr anchor="ctr"/>
          <a:lstStyle/>
          <a:p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1969958891"/>
      </p:ext>
    </p:extLst>
  </p:cSld>
  <p:clrMapOvr>
    <a:masterClrMapping/>
  </p:clrMapOvr>
</p:sld>
</file>

<file path=ppt/theme/theme1.xml><?xml version="1.0" encoding="utf-8"?>
<a:theme xmlns:a="http://schemas.openxmlformats.org/drawingml/2006/main" name="Titles">
  <a:themeElements>
    <a:clrScheme name="Custom 1">
      <a:dk1>
        <a:srgbClr val="000000"/>
      </a:dk1>
      <a:lt1>
        <a:srgbClr val="FFFFFF"/>
      </a:lt1>
      <a:dk2>
        <a:srgbClr val="BDBDBD"/>
      </a:dk2>
      <a:lt2>
        <a:srgbClr val="959595"/>
      </a:lt2>
      <a:accent1>
        <a:srgbClr val="00FF00"/>
      </a:accent1>
      <a:accent2>
        <a:srgbClr val="00D600"/>
      </a:accent2>
      <a:accent3>
        <a:srgbClr val="005309"/>
      </a:accent3>
      <a:accent4>
        <a:srgbClr val="BDBDBD"/>
      </a:accent4>
      <a:accent5>
        <a:srgbClr val="959595"/>
      </a:accent5>
      <a:accent6>
        <a:srgbClr val="5A5A5A"/>
      </a:accent6>
      <a:hlink>
        <a:srgbClr val="00D600"/>
      </a:hlink>
      <a:folHlink>
        <a:srgbClr val="005309"/>
      </a:folHlink>
    </a:clrScheme>
    <a:fontScheme name="Arial">
      <a:majorFont>
        <a:latin typeface="Arial Black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square" lIns="0" tIns="0" rIns="0" bIns="45720" rtlCol="0">
        <a:spAutoFit/>
      </a:bodyPr>
      <a:lstStyle>
        <a:defPPr>
          <a:defRPr sz="1600" dirty="0" err="1" smtClean="0"/>
        </a:defPPr>
      </a:lstStyle>
    </a:txDef>
  </a:objectDefaults>
  <a:extraClrSchemeLst/>
  <a:custClrLst>
    <a:custClr name="Strategy-Orange">
      <a:srgbClr val="FF9128"/>
    </a:custClr>
    <a:custClr name="Strategy-Carmine">
      <a:srgbClr val="BD001D"/>
    </a:custClr>
    <a:custClr name="Consulting-Light Aqua">
      <a:srgbClr val="00F3FF"/>
    </a:custClr>
    <a:custClr name="Consulting-Dark Violet">
      <a:srgbClr val="7500C0"/>
    </a:custClr>
    <a:custClr name="Digital-Lime">
      <a:srgbClr val="00FF00"/>
    </a:custClr>
    <a:custClr name="Digital-Sunglow">
      <a:srgbClr val="FFD42E"/>
    </a:custClr>
    <a:custClr name="Technology-Aqua">
      <a:srgbClr val="00F3FF"/>
    </a:custClr>
    <a:custClr name="Technology-Lime">
      <a:srgbClr val="00FF00"/>
    </a:custClr>
    <a:custClr name="Operations-Aqua">
      <a:srgbClr val="00F3FF"/>
    </a:custClr>
    <a:custClr name="Operations-Navy Blue">
      <a:srgbClr val="004DFF"/>
    </a:custClr>
    <a:custClr name="Strategy-Orange Red">
      <a:srgbClr val="FF3C0F"/>
    </a:custClr>
    <a:custClr name="Strategy-Dark Carmine">
      <a:srgbClr val="920026"/>
    </a:custClr>
    <a:custClr name="Consulting-Electric Purple">
      <a:srgbClr val="A100FF"/>
    </a:custClr>
    <a:custClr name="Consulting-Indigo">
      <a:srgbClr val="5F0095"/>
    </a:custClr>
    <a:custClr name="Digital-Yellow">
      <a:srgbClr val="FFFF00"/>
    </a:custClr>
    <a:custClr name="Digital-Selective Yellow">
      <a:srgbClr val="FFB600"/>
    </a:custClr>
    <a:custClr name="Technology-Spring Green">
      <a:srgbClr val="00FF7D"/>
    </a:custClr>
    <a:custClr name="Technology-Dark Lime">
      <a:srgbClr val="00D700"/>
    </a:custClr>
    <a:custClr name="Operations-Deep Sky Blue">
      <a:srgbClr val="00BAFF"/>
    </a:custClr>
    <a:custClr name="Operations-Blue">
      <a:srgbClr val="2800FF"/>
    </a:custClr>
    <a:custClr name="Strategy-Red">
      <a:srgbClr val="FF0000"/>
    </a:custClr>
    <a:custClr name="Strategy-Burgundy">
      <a:srgbClr val="710012"/>
    </a:custClr>
    <a:custClr name="Consulting-Electric Indigo">
      <a:srgbClr val="7E00FF"/>
    </a:custClr>
    <a:custClr name="Consulting-Dark Indigo">
      <a:srgbClr val="380089"/>
    </a:custClr>
    <a:custClr name="Digital-Golden Yellow">
      <a:srgbClr val="FFEA00"/>
    </a:custClr>
    <a:custClr name="Digital-Dark Orange">
      <a:srgbClr val="FF9500"/>
    </a:custClr>
    <a:custClr name="Technology-Spring Bud">
      <a:srgbClr val="B9FF00"/>
    </a:custClr>
    <a:custClr name="Technology-British Racing Green">
      <a:srgbClr val="00530A"/>
    </a:custClr>
    <a:custClr name="Operations-Dodger Blue">
      <a:srgbClr val="008EFF"/>
    </a:custClr>
    <a:custClr name="Operations-Dark Blue">
      <a:srgbClr val="000088"/>
    </a:custClr>
  </a:custClrLst>
  <a:extLst>
    <a:ext uri="{05A4C25C-085E-4340-85A3-A5531E510DB2}">
      <thm15:themeFamily xmlns:thm15="http://schemas.microsoft.com/office/thememl/2012/main" name="Presentation23" id="{1A143E6D-365B-9644-BA7E-3F54C3B48E48}" vid="{2D702771-6CE4-8547-9F01-2D4247F80B52}"/>
    </a:ext>
  </a:extLst>
</a:theme>
</file>

<file path=ppt/theme/theme2.xml><?xml version="1.0" encoding="utf-8"?>
<a:theme xmlns:a="http://schemas.openxmlformats.org/drawingml/2006/main" name="Content Layouts">
  <a:themeElements>
    <a:clrScheme name="Accenture MasterBrand">
      <a:dk1>
        <a:sysClr val="windowText" lastClr="000000"/>
      </a:dk1>
      <a:lt1>
        <a:sysClr val="window" lastClr="FFFFFF"/>
      </a:lt1>
      <a:dk2>
        <a:srgbClr val="595959"/>
      </a:dk2>
      <a:lt2>
        <a:srgbClr val="D8D8D8"/>
      </a:lt2>
      <a:accent1>
        <a:srgbClr val="7E00FF"/>
      </a:accent1>
      <a:accent2>
        <a:srgbClr val="FF0000"/>
      </a:accent2>
      <a:accent3>
        <a:srgbClr val="2800FF"/>
      </a:accent3>
      <a:accent4>
        <a:srgbClr val="00BAFF"/>
      </a:accent4>
      <a:accent5>
        <a:srgbClr val="00FF7D"/>
      </a:accent5>
      <a:accent6>
        <a:srgbClr val="FFEA00"/>
      </a:accent6>
      <a:hlink>
        <a:srgbClr val="2800FF"/>
      </a:hlink>
      <a:folHlink>
        <a:srgbClr val="7E00FF"/>
      </a:folHlink>
    </a:clrScheme>
    <a:fontScheme name="Arial">
      <a:majorFont>
        <a:latin typeface="Arial Black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 sz="1600" dirty="0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>
          <a:solidFill>
            <a:schemeClr val="tx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45720" rtlCol="0">
        <a:spAutoFit/>
      </a:bodyPr>
      <a:lstStyle>
        <a:defPPr>
          <a:defRPr sz="1600" dirty="0" smtClean="0"/>
        </a:defPPr>
      </a:lstStyle>
    </a:txDef>
  </a:objectDefaults>
  <a:extraClrSchemeLst/>
  <a:custClrLst>
    <a:custClr name="Strategy-Orange">
      <a:srgbClr val="FF9128"/>
    </a:custClr>
    <a:custClr name="Strategy-Carmine">
      <a:srgbClr val="BD001D"/>
    </a:custClr>
    <a:custClr name="Consulting-Light Aqua">
      <a:srgbClr val="00F3FF"/>
    </a:custClr>
    <a:custClr name="Consulting-Dark Violet">
      <a:srgbClr val="7500C0"/>
    </a:custClr>
    <a:custClr name="Digital-Lime">
      <a:srgbClr val="00FF00"/>
    </a:custClr>
    <a:custClr name="Digital-Sunglow">
      <a:srgbClr val="FFD42E"/>
    </a:custClr>
    <a:custClr name="Technology-Aqua">
      <a:srgbClr val="00F3FF"/>
    </a:custClr>
    <a:custClr name="Technology-Lime">
      <a:srgbClr val="00FF00"/>
    </a:custClr>
    <a:custClr name="Operations-Aqua">
      <a:srgbClr val="00F3FF"/>
    </a:custClr>
    <a:custClr name="Operations-Navy Blue">
      <a:srgbClr val="004DFF"/>
    </a:custClr>
    <a:custClr name="Strategy-Orange Red">
      <a:srgbClr val="FF3C0F"/>
    </a:custClr>
    <a:custClr name="Strategy-Dark Carmine">
      <a:srgbClr val="920026"/>
    </a:custClr>
    <a:custClr name="Consulting-Electric Purple">
      <a:srgbClr val="A100FF"/>
    </a:custClr>
    <a:custClr name="Consulting-Indigo">
      <a:srgbClr val="5F0095"/>
    </a:custClr>
    <a:custClr name="Digital-Yellow">
      <a:srgbClr val="FFFF00"/>
    </a:custClr>
    <a:custClr name="Digital-Selective Yellow">
      <a:srgbClr val="FFB600"/>
    </a:custClr>
    <a:custClr name="Technology-Spring Green">
      <a:srgbClr val="00FF7D"/>
    </a:custClr>
    <a:custClr name="Technology-Dark Lime">
      <a:srgbClr val="00D700"/>
    </a:custClr>
    <a:custClr name="Operations-Deep Sky Blue">
      <a:srgbClr val="00BAFF"/>
    </a:custClr>
    <a:custClr name="Operations-Blue">
      <a:srgbClr val="2800FF"/>
    </a:custClr>
    <a:custClr name="Strategy-Red">
      <a:srgbClr val="FF0000"/>
    </a:custClr>
    <a:custClr name="Strategy-Burgundy">
      <a:srgbClr val="710012"/>
    </a:custClr>
    <a:custClr name="Consulting-Electric Indigo">
      <a:srgbClr val="7E00FF"/>
    </a:custClr>
    <a:custClr name="Consulting-Dark Indigo">
      <a:srgbClr val="380089"/>
    </a:custClr>
    <a:custClr name="Digital-Golden Yellow">
      <a:srgbClr val="FFEA00"/>
    </a:custClr>
    <a:custClr name="Digital-Dark Orange">
      <a:srgbClr val="FF9500"/>
    </a:custClr>
    <a:custClr name="Technology-Spring Bud">
      <a:srgbClr val="B9FF00"/>
    </a:custClr>
    <a:custClr name="Technology-British Racing Green">
      <a:srgbClr val="00530A"/>
    </a:custClr>
    <a:custClr name="Operations-Dodger Blue">
      <a:srgbClr val="008EFF"/>
    </a:custClr>
    <a:custClr name="Operations-Dark Blue">
      <a:srgbClr val="000088"/>
    </a:custClr>
  </a:custClrLst>
  <a:extLst>
    <a:ext uri="{05A4C25C-085E-4340-85A3-A5531E510DB2}">
      <thm15:themeFamily xmlns:thm15="http://schemas.microsoft.com/office/thememl/2012/main" name="Presentation23" id="{1A143E6D-365B-9644-BA7E-3F54C3B48E48}" vid="{3C247FBC-6D07-0545-B46B-71613CB239FB}"/>
    </a:ext>
  </a:extLst>
</a:theme>
</file>

<file path=ppt/theme/theme3.xml><?xml version="1.0" encoding="utf-8"?>
<a:theme xmlns:a="http://schemas.openxmlformats.org/drawingml/2006/main" name="Specialty Slides">
  <a:themeElements>
    <a:clrScheme name="Accenture MasterBrand">
      <a:dk1>
        <a:sysClr val="windowText" lastClr="000000"/>
      </a:dk1>
      <a:lt1>
        <a:sysClr val="window" lastClr="FFFFFF"/>
      </a:lt1>
      <a:dk2>
        <a:srgbClr val="595959"/>
      </a:dk2>
      <a:lt2>
        <a:srgbClr val="D8D8D8"/>
      </a:lt2>
      <a:accent1>
        <a:srgbClr val="7E00FF"/>
      </a:accent1>
      <a:accent2>
        <a:srgbClr val="FF0000"/>
      </a:accent2>
      <a:accent3>
        <a:srgbClr val="2800FF"/>
      </a:accent3>
      <a:accent4>
        <a:srgbClr val="00BAFF"/>
      </a:accent4>
      <a:accent5>
        <a:srgbClr val="00FF7D"/>
      </a:accent5>
      <a:accent6>
        <a:srgbClr val="FFEA00"/>
      </a:accent6>
      <a:hlink>
        <a:srgbClr val="2800FF"/>
      </a:hlink>
      <a:folHlink>
        <a:srgbClr val="7E00FF"/>
      </a:folHlink>
    </a:clrScheme>
    <a:fontScheme name="Arial">
      <a:majorFont>
        <a:latin typeface="Arial Black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none" lIns="0" tIns="0" rIns="0" bIns="45720" rtlCol="0">
        <a:spAutoFit/>
      </a:bodyPr>
      <a:lstStyle>
        <a:defPPr>
          <a:defRPr sz="1600" dirty="0" err="1" smtClean="0"/>
        </a:defPPr>
      </a:lstStyle>
    </a:txDef>
  </a:objectDefaults>
  <a:extraClrSchemeLst/>
  <a:custClrLst>
    <a:custClr name="Strategy-Orange">
      <a:srgbClr val="FF9128"/>
    </a:custClr>
    <a:custClr name="Strategy-Carmine">
      <a:srgbClr val="BD001D"/>
    </a:custClr>
    <a:custClr name="Consulting-Light Aqua">
      <a:srgbClr val="00F3FF"/>
    </a:custClr>
    <a:custClr name="Consulting-Dark Violet">
      <a:srgbClr val="7500C0"/>
    </a:custClr>
    <a:custClr name="Digital-Lime">
      <a:srgbClr val="00FF00"/>
    </a:custClr>
    <a:custClr name="Digital-Sunglow">
      <a:srgbClr val="FFD42E"/>
    </a:custClr>
    <a:custClr name="Technology-Aqua">
      <a:srgbClr val="00F3FF"/>
    </a:custClr>
    <a:custClr name="Technology-Lime">
      <a:srgbClr val="00FF00"/>
    </a:custClr>
    <a:custClr name="Operations-Aqua">
      <a:srgbClr val="00F3FF"/>
    </a:custClr>
    <a:custClr name="Operations-Navy Blue">
      <a:srgbClr val="004DFF"/>
    </a:custClr>
    <a:custClr name="Strategy-Orange Red">
      <a:srgbClr val="FF3C0F"/>
    </a:custClr>
    <a:custClr name="Strategy-Dark Carmine">
      <a:srgbClr val="920026"/>
    </a:custClr>
    <a:custClr name="Consulting-Electric Purple">
      <a:srgbClr val="A100FF"/>
    </a:custClr>
    <a:custClr name="Consulting-Indigo">
      <a:srgbClr val="5F0095"/>
    </a:custClr>
    <a:custClr name="Digital-Yellow">
      <a:srgbClr val="FFFF00"/>
    </a:custClr>
    <a:custClr name="Digital-Selective Yellow">
      <a:srgbClr val="FFB600"/>
    </a:custClr>
    <a:custClr name="Technology-Spring Green">
      <a:srgbClr val="00FF7D"/>
    </a:custClr>
    <a:custClr name="Technology-Dark Lime">
      <a:srgbClr val="00D700"/>
    </a:custClr>
    <a:custClr name="Operations-Deep Sky Blue">
      <a:srgbClr val="00BAFF"/>
    </a:custClr>
    <a:custClr name="Operations-Blue">
      <a:srgbClr val="2800FF"/>
    </a:custClr>
    <a:custClr name="Strategy-Red">
      <a:srgbClr val="FF0000"/>
    </a:custClr>
    <a:custClr name="Strategy-Burgundy">
      <a:srgbClr val="710012"/>
    </a:custClr>
    <a:custClr name="Consulting-Electric Indigo">
      <a:srgbClr val="7E00FF"/>
    </a:custClr>
    <a:custClr name="Consulting-Dark Indigo">
      <a:srgbClr val="380089"/>
    </a:custClr>
    <a:custClr name="Digital-Golden Yellow">
      <a:srgbClr val="FFEA00"/>
    </a:custClr>
    <a:custClr name="Digital-Dark Orange">
      <a:srgbClr val="FF9500"/>
    </a:custClr>
    <a:custClr name="Technology-Spring Bud">
      <a:srgbClr val="B9FF00"/>
    </a:custClr>
    <a:custClr name="Technology-British Racing Green">
      <a:srgbClr val="00530A"/>
    </a:custClr>
    <a:custClr name="Operations-Dodger Blue">
      <a:srgbClr val="008EFF"/>
    </a:custClr>
    <a:custClr name="Operations-Dark Blue">
      <a:srgbClr val="000088"/>
    </a:custClr>
  </a:custClrLst>
  <a:extLst>
    <a:ext uri="{05A4C25C-085E-4340-85A3-A5531E510DB2}">
      <thm15:themeFamily xmlns:thm15="http://schemas.microsoft.com/office/thememl/2012/main" name="Presentation23" id="{1A143E6D-365B-9644-BA7E-3F54C3B48E48}" vid="{1FBB2D8E-47E5-374B-A007-2B22EDEB8267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Graphik">
      <a:majorFont>
        <a:latin typeface="Graphik"/>
        <a:ea typeface=""/>
        <a:cs typeface=""/>
      </a:majorFont>
      <a:minorFont>
        <a:latin typeface="Graphik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Graphik">
      <a:majorFont>
        <a:latin typeface="Graphik"/>
        <a:ea typeface=""/>
        <a:cs typeface=""/>
      </a:majorFont>
      <a:minorFont>
        <a:latin typeface="Graphik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9DADD647E7019A4C9197D6F3203D195E" ma:contentTypeVersion="2" ma:contentTypeDescription="Create a new document." ma:contentTypeScope="" ma:versionID="ee374be731d120be1904faf0ab7cce5c">
  <xsd:schema xmlns:xsd="http://www.w3.org/2001/XMLSchema" xmlns:xs="http://www.w3.org/2001/XMLSchema" xmlns:p="http://schemas.microsoft.com/office/2006/metadata/properties" xmlns:ns2="b8c29826-5e9b-4789-a34e-a4cf4f7d53b8" targetNamespace="http://schemas.microsoft.com/office/2006/metadata/properties" ma:root="true" ma:fieldsID="f0110d3fb2ab9fe77bd51d7067cc64a1" ns2:_="">
    <xsd:import namespace="b8c29826-5e9b-4789-a34e-a4cf4f7d53b8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8c29826-5e9b-4789-a34e-a4cf4f7d53b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FECC16AD-5AB1-487F-940F-F019EE4EE229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81EDFF0A-8904-42B6-AEB2-7C60372CB2F4}">
  <ds:schemaRefs>
    <ds:schemaRef ds:uri="http://schemas.openxmlformats.org/package/2006/metadata/core-properties"/>
    <ds:schemaRef ds:uri="http://schemas.microsoft.com/office/2006/metadata/properties"/>
    <ds:schemaRef ds:uri="http://purl.org/dc/terms/"/>
    <ds:schemaRef ds:uri="http://schemas.microsoft.com/office/2006/documentManagement/types"/>
    <ds:schemaRef ds:uri="http://www.w3.org/XML/1998/namespace"/>
    <ds:schemaRef ds:uri="http://purl.org/dc/dcmitype/"/>
    <ds:schemaRef ds:uri="http://schemas.microsoft.com/office/infopath/2007/PartnerControls"/>
    <ds:schemaRef ds:uri="b8c29826-5e9b-4789-a34e-a4cf4f7d53b8"/>
    <ds:schemaRef ds:uri="http://purl.org/dc/elements/1.1/"/>
  </ds:schemaRefs>
</ds:datastoreItem>
</file>

<file path=customXml/itemProps3.xml><?xml version="1.0" encoding="utf-8"?>
<ds:datastoreItem xmlns:ds="http://schemas.openxmlformats.org/officeDocument/2006/customXml" ds:itemID="{AE81881C-8076-4F1A-B418-6F6116081996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b8c29826-5e9b-4789-a34e-a4cf4f7d53b8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>
  <clbl:label id="{0bfa236d-8472-42aa-9a40-ab46036c5596}" enabled="1" method="Privileged" siteId="{e0793d39-0939-496d-b129-198edd916feb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4983</TotalTime>
  <Words>1564</Words>
  <Application>Microsoft Office PowerPoint</Application>
  <PresentationFormat>Widescreen</PresentationFormat>
  <Paragraphs>287</Paragraphs>
  <Slides>31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31</vt:i4>
      </vt:variant>
    </vt:vector>
  </HeadingPairs>
  <TitlesOfParts>
    <vt:vector size="41" baseType="lpstr">
      <vt:lpstr>Arial</vt:lpstr>
      <vt:lpstr>Arial Black</vt:lpstr>
      <vt:lpstr>Calibri</vt:lpstr>
      <vt:lpstr>Courier New</vt:lpstr>
      <vt:lpstr>Expert Sans Regular</vt:lpstr>
      <vt:lpstr>Graphik</vt:lpstr>
      <vt:lpstr>Wingdings</vt:lpstr>
      <vt:lpstr>Titles</vt:lpstr>
      <vt:lpstr>Content Layouts</vt:lpstr>
      <vt:lpstr>Specialty Slides</vt:lpstr>
      <vt:lpstr>LoadRunner &amp;    Performance Center   Overview </vt:lpstr>
      <vt:lpstr>Agenda</vt:lpstr>
      <vt:lpstr>LoadRunner - Overview</vt:lpstr>
      <vt:lpstr>LoadRunner Overview</vt:lpstr>
      <vt:lpstr>LoadRunner Overview</vt:lpstr>
      <vt:lpstr>LoadRunner Overview</vt:lpstr>
      <vt:lpstr>LoadRunner – Components &amp; Architecture</vt:lpstr>
      <vt:lpstr>LoadRunner Components &amp; Architecture</vt:lpstr>
      <vt:lpstr>Q&amp;A</vt:lpstr>
      <vt:lpstr>Virtual User Generator </vt:lpstr>
      <vt:lpstr>Virtual User Generator </vt:lpstr>
      <vt:lpstr>Virtual User Generator </vt:lpstr>
      <vt:lpstr>Virtual User Generator </vt:lpstr>
      <vt:lpstr>Virtual User Generator </vt:lpstr>
      <vt:lpstr>Q&amp;A</vt:lpstr>
      <vt:lpstr>LoadRunner Controller</vt:lpstr>
      <vt:lpstr>Controller - Basic Features</vt:lpstr>
      <vt:lpstr>Controller - Basic Features</vt:lpstr>
      <vt:lpstr>Controller - Basic Features</vt:lpstr>
      <vt:lpstr>Controller - Basic Features</vt:lpstr>
      <vt:lpstr>Controller - Basic Features</vt:lpstr>
      <vt:lpstr>Controller - Basic Features</vt:lpstr>
      <vt:lpstr>Controller - Basic Features</vt:lpstr>
      <vt:lpstr>Controller - Basic Features</vt:lpstr>
      <vt:lpstr>LoadRunner Analysis</vt:lpstr>
      <vt:lpstr>Analysis – Basic Features</vt:lpstr>
      <vt:lpstr>Analysis – Basic Features</vt:lpstr>
      <vt:lpstr>Analysis – Basic Features</vt:lpstr>
      <vt:lpstr>Integration &amp; Other Facilities </vt:lpstr>
      <vt:lpstr>Q&amp;A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Corporate - Update on Key Topics</dc:title>
  <dc:creator>manisha.p.asabe@accenture.com</dc:creator>
  <cp:lastModifiedBy>Mutalikdesai, Suma</cp:lastModifiedBy>
  <cp:revision>194</cp:revision>
  <dcterms:created xsi:type="dcterms:W3CDTF">2019-11-15T06:45:42Z</dcterms:created>
  <dcterms:modified xsi:type="dcterms:W3CDTF">2026-10-12T10:06:38Z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1bc0f418-96a4-4caf-9d7c-ccc5ec7f9d91_Enabled">
    <vt:lpwstr>true</vt:lpwstr>
  </property>
  <property fmtid="{D5CDD505-2E9C-101B-9397-08002B2CF9AE}" pid="3" name="MSIP_Label_1bc0f418-96a4-4caf-9d7c-ccc5ec7f9d91_SetDate">
    <vt:lpwstr>2020-05-05T05:25:09Z</vt:lpwstr>
  </property>
  <property fmtid="{D5CDD505-2E9C-101B-9397-08002B2CF9AE}" pid="4" name="MSIP_Label_1bc0f418-96a4-4caf-9d7c-ccc5ec7f9d91_Method">
    <vt:lpwstr>Privileged</vt:lpwstr>
  </property>
  <property fmtid="{D5CDD505-2E9C-101B-9397-08002B2CF9AE}" pid="5" name="MSIP_Label_1bc0f418-96a4-4caf-9d7c-ccc5ec7f9d91_Name">
    <vt:lpwstr>1bc0f418-96a4-4caf-9d7c-ccc5ec7f9d91</vt:lpwstr>
  </property>
  <property fmtid="{D5CDD505-2E9C-101B-9397-08002B2CF9AE}" pid="6" name="MSIP_Label_1bc0f418-96a4-4caf-9d7c-ccc5ec7f9d91_SiteId">
    <vt:lpwstr>e0793d39-0939-496d-b129-198edd916feb</vt:lpwstr>
  </property>
  <property fmtid="{D5CDD505-2E9C-101B-9397-08002B2CF9AE}" pid="7" name="MSIP_Label_1bc0f418-96a4-4caf-9d7c-ccc5ec7f9d91_ActionId">
    <vt:lpwstr>918735c0-467f-406c-af37-000006250f33</vt:lpwstr>
  </property>
  <property fmtid="{D5CDD505-2E9C-101B-9397-08002B2CF9AE}" pid="8" name="MSIP_Label_1bc0f418-96a4-4caf-9d7c-ccc5ec7f9d91_ContentBits">
    <vt:lpwstr>0</vt:lpwstr>
  </property>
  <property fmtid="{D5CDD505-2E9C-101B-9397-08002B2CF9AE}" pid="9" name="ContentTypeId">
    <vt:lpwstr>0x0101009DADD647E7019A4C9197D6F3203D195E</vt:lpwstr>
  </property>
</Properties>
</file>