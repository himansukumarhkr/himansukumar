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ADA4C6A-93A5-4372-8DE4-18477182A82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F266D79-BC90-47D3-AEAF-C0968B2ABA2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E1ED993-18F1-4344-BE4D-CBE8EC321CF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99A9049-83C0-41A7-A48B-263F281CBF8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3303055E-3CF9-4468-B657-D2657AF5772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28A11BA-842D-4EC9-8B88-68912EDC702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78DE9396-7236-4B59-8490-C2050A94CC5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ACE32203-88E7-4597-973C-F7129CEA53E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BE71F8B-8871-40CE-8F90-D31EDDBACD8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E3D5FCFB-21AA-4B73-8B7A-F93BF3FD1B2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0" y="0"/>
            <a:ext cx="10080000" cy="4114080"/>
            <a:chOff x="0" y="0"/>
            <a:chExt cx="10080000" cy="4114080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0" y="1280160"/>
              <a:ext cx="1553760" cy="63936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914400" y="1920240"/>
              <a:ext cx="1279440" cy="18280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194560" y="548640"/>
              <a:ext cx="1279440" cy="18280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474720" y="118872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206240" y="0"/>
              <a:ext cx="1462320" cy="91368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63440" y="914400"/>
              <a:ext cx="1005120" cy="4564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474720" y="1737360"/>
              <a:ext cx="3108240" cy="100512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4800" y="2743200"/>
              <a:ext cx="1462320" cy="100512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83680" y="1463040"/>
              <a:ext cx="1553760" cy="45648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15200" y="1920240"/>
              <a:ext cx="1462320" cy="164520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43200" y="2377440"/>
              <a:ext cx="547920" cy="8222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595360" y="0"/>
              <a:ext cx="1484640" cy="146232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66560" y="0"/>
              <a:ext cx="273600" cy="100512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54480" y="0"/>
              <a:ext cx="182160" cy="91368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0" y="3017520"/>
              <a:ext cx="365040" cy="10965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601200" y="2560320"/>
              <a:ext cx="365040" cy="15537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778240" y="182880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ftr" idx="1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0339CE7-EC1B-4FEE-8D6D-F57FF16B431D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3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0"/>
            <a:ext cx="10080000" cy="4114080"/>
            <a:chOff x="0" y="0"/>
            <a:chExt cx="10080000" cy="4114080"/>
          </a:xfrm>
        </p:grpSpPr>
        <p:sp>
          <p:nvSpPr>
            <p:cNvPr id="28" name="Rectangle 27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0" y="1280160"/>
              <a:ext cx="1553760" cy="63936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14400" y="1920240"/>
              <a:ext cx="1279440" cy="18280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94560" y="548640"/>
              <a:ext cx="1279440" cy="18280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474720" y="118872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206240" y="0"/>
              <a:ext cx="1462320" cy="91368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663440" y="914400"/>
              <a:ext cx="1005120" cy="4564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474720" y="1737360"/>
              <a:ext cx="3108240" cy="100512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114800" y="2743200"/>
              <a:ext cx="1462320" cy="100512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583680" y="1463040"/>
              <a:ext cx="1553760" cy="45648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315200" y="1920240"/>
              <a:ext cx="1462320" cy="164520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743200" y="2377440"/>
              <a:ext cx="547920" cy="8222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595360" y="0"/>
              <a:ext cx="1484640" cy="146232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766560" y="0"/>
              <a:ext cx="273600" cy="100512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54480" y="0"/>
              <a:ext cx="182160" cy="91368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0" y="3017520"/>
              <a:ext cx="365040" cy="10965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601200" y="2560320"/>
              <a:ext cx="365040" cy="15537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778240" y="182880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ftr" idx="4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AD75DAA-DDF2-492A-A8E7-D03423B224A4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6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8540280" y="5065200"/>
            <a:ext cx="1279800" cy="914040"/>
            <a:chOff x="8540280" y="5065200"/>
            <a:chExt cx="1279800" cy="914040"/>
          </a:xfrm>
        </p:grpSpPr>
        <p:grpSp>
          <p:nvGrpSpPr>
            <p:cNvPr id="55" name="Group 54"/>
            <p:cNvGrpSpPr/>
            <p:nvPr/>
          </p:nvGrpSpPr>
          <p:grpSpPr>
            <a:xfrm>
              <a:off x="8540280" y="5065200"/>
              <a:ext cx="1279800" cy="914040"/>
              <a:chOff x="8540280" y="5065200"/>
              <a:chExt cx="1279800" cy="914040"/>
            </a:xfrm>
          </p:grpSpPr>
          <p:sp>
            <p:nvSpPr>
              <p:cNvPr id="56" name="Oval 55"/>
              <p:cNvSpPr/>
              <p:nvPr/>
            </p:nvSpPr>
            <p:spPr>
              <a:xfrm rot="21598800" flipV="1">
                <a:off x="9637560" y="54309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 rot="21598800" flipV="1">
                <a:off x="9271800" y="54309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8" name="Oval 57"/>
              <p:cNvSpPr/>
              <p:nvPr/>
            </p:nvSpPr>
            <p:spPr>
              <a:xfrm rot="21598800" flipV="1">
                <a:off x="8906400" y="54309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9" name="Oval 58"/>
              <p:cNvSpPr/>
              <p:nvPr/>
            </p:nvSpPr>
            <p:spPr>
              <a:xfrm rot="21598800" flipV="1">
                <a:off x="8540280" y="54313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0" name="Oval 59"/>
              <p:cNvSpPr/>
              <p:nvPr/>
            </p:nvSpPr>
            <p:spPr>
              <a:xfrm rot="21598800" flipV="1">
                <a:off x="8540280" y="506520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1" name="Oval 60"/>
              <p:cNvSpPr/>
              <p:nvPr/>
            </p:nvSpPr>
            <p:spPr>
              <a:xfrm rot="21598800" flipV="1">
                <a:off x="8906040" y="506520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2" name="Oval 61"/>
              <p:cNvSpPr/>
              <p:nvPr/>
            </p:nvSpPr>
            <p:spPr>
              <a:xfrm rot="21598800" flipV="1">
                <a:off x="9271800" y="506556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 rot="21598800" flipV="1">
                <a:off x="9637920" y="506520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4" name="Oval 63"/>
              <p:cNvSpPr/>
              <p:nvPr/>
            </p:nvSpPr>
            <p:spPr>
              <a:xfrm rot="21598800" flipV="1">
                <a:off x="9637560" y="57967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 rot="21598800" flipV="1">
                <a:off x="9272160" y="579708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6" name="Oval 65"/>
              <p:cNvSpPr/>
              <p:nvPr/>
            </p:nvSpPr>
            <p:spPr>
              <a:xfrm rot="21598800" flipV="1">
                <a:off x="8906040" y="57967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7" name="Oval 66"/>
              <p:cNvSpPr/>
              <p:nvPr/>
            </p:nvSpPr>
            <p:spPr>
              <a:xfrm rot="21598800" flipV="1">
                <a:off x="8540280" y="5796720"/>
                <a:ext cx="182160" cy="18216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113" sy="74113" algn="ctr"/>
              </a:blipFill>
              <a:ln w="0">
                <a:noFill/>
              </a:ln>
              <a:effectLst>
                <a:outerShdw dist="102841" dir="2700000" rotWithShape="0">
                  <a:srgbClr val="808080">
                    <a:alpha val="65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IN" sz="1800" b="0" strike="noStrike" spc="-1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68" name="Oval 67"/>
          <p:cNvSpPr/>
          <p:nvPr/>
        </p:nvSpPr>
        <p:spPr>
          <a:xfrm>
            <a:off x="1499760" y="1774080"/>
            <a:ext cx="2925360" cy="2925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225080" y="1134360"/>
            <a:ext cx="1188360" cy="118764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3420000" y="4242960"/>
            <a:ext cx="639360" cy="639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pic>
        <p:nvPicPr>
          <p:cNvPr id="71" name="Graphic 7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49520" y="792360"/>
            <a:ext cx="5525280" cy="4144680"/>
          </a:xfrm>
          <a:prstGeom prst="rect">
            <a:avLst/>
          </a:prstGeom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4" name="PlaceHolder 3"/>
          <p:cNvSpPr>
            <a:spLocks noGrp="1"/>
          </p:cNvSpPr>
          <p:nvPr>
            <p:ph type="ftr" idx="7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4355AB-B81E-441F-A7F7-BBB88033E83E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9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/>
          <p:cNvGrpSpPr/>
          <p:nvPr/>
        </p:nvGrpSpPr>
        <p:grpSpPr>
          <a:xfrm>
            <a:off x="7406640" y="3566160"/>
            <a:ext cx="2376720" cy="4296960"/>
            <a:chOff x="7406640" y="3566160"/>
            <a:chExt cx="2376720" cy="4296960"/>
          </a:xfrm>
        </p:grpSpPr>
        <p:sp>
          <p:nvSpPr>
            <p:cNvPr id="80" name="Rectangle 79"/>
            <p:cNvSpPr/>
            <p:nvPr/>
          </p:nvSpPr>
          <p:spPr>
            <a:xfrm>
              <a:off x="8138160" y="475488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8961120" y="356616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503920" y="5120640"/>
              <a:ext cx="127944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321040" y="530352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8869680" y="548640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406640" y="530352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86" name="Rectangle 85"/>
          <p:cNvSpPr/>
          <p:nvPr/>
        </p:nvSpPr>
        <p:spPr>
          <a:xfrm flipH="1" flipV="1">
            <a:off x="1461240" y="-1555200"/>
            <a:ext cx="456480" cy="2559600"/>
          </a:xfrm>
          <a:prstGeom prst="rect">
            <a:avLst/>
          </a:prstGeom>
          <a:blipFill rotWithShape="0">
            <a:blip r:embed="rId3"/>
            <a:srcRect/>
            <a:tile tx="0" ty="0" sx="74113" sy="74113" algn="ctr"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7" name="Rectangle 86"/>
          <p:cNvSpPr/>
          <p:nvPr/>
        </p:nvSpPr>
        <p:spPr>
          <a:xfrm flipH="1" flipV="1">
            <a:off x="638280" y="-365400"/>
            <a:ext cx="456480" cy="2559600"/>
          </a:xfrm>
          <a:prstGeom prst="rect">
            <a:avLst/>
          </a:prstGeom>
          <a:blipFill rotWithShape="0">
            <a:blip r:embed="rId3"/>
            <a:srcRect/>
            <a:tile tx="0" ty="0" sx="74113" sy="74113" algn="ctr"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8" name="Rectangle 87"/>
          <p:cNvSpPr/>
          <p:nvPr/>
        </p:nvSpPr>
        <p:spPr>
          <a:xfrm flipH="1" flipV="1">
            <a:off x="273600" y="547920"/>
            <a:ext cx="1279440" cy="9072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9" name="Rectangle 88"/>
          <p:cNvSpPr/>
          <p:nvPr/>
        </p:nvSpPr>
        <p:spPr>
          <a:xfrm flipH="1" flipV="1">
            <a:off x="822240" y="365040"/>
            <a:ext cx="913680" cy="9072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0" name="Rectangle 89"/>
          <p:cNvSpPr/>
          <p:nvPr/>
        </p:nvSpPr>
        <p:spPr>
          <a:xfrm flipH="1" flipV="1">
            <a:off x="273600" y="182160"/>
            <a:ext cx="913680" cy="9072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1" name="Rectangle 90"/>
          <p:cNvSpPr/>
          <p:nvPr/>
        </p:nvSpPr>
        <p:spPr>
          <a:xfrm flipH="1" flipV="1">
            <a:off x="2193840" y="-2103840"/>
            <a:ext cx="456480" cy="2559600"/>
          </a:xfrm>
          <a:prstGeom prst="rect">
            <a:avLst/>
          </a:prstGeom>
          <a:blipFill rotWithShape="0">
            <a:blip r:embed="rId3"/>
            <a:srcRect/>
            <a:tile tx="0" ty="0" sx="74113" sy="74113" algn="ctr"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3474720" y="2560320"/>
            <a:ext cx="2742480" cy="2742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ftr" idx="10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2B53C9-50DE-4657-858F-DA54ADA79B58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dt" idx="12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Oval 99"/>
          <p:cNvSpPr/>
          <p:nvPr/>
        </p:nvSpPr>
        <p:spPr>
          <a:xfrm>
            <a:off x="822960" y="24688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4480560" y="15544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6583680" y="310896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2841" dir="2700000" rotWithShape="0">
              <a:srgbClr val="80808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3" name="Freeform: Shape 102"/>
          <p:cNvSpPr/>
          <p:nvPr/>
        </p:nvSpPr>
        <p:spPr>
          <a:xfrm>
            <a:off x="1554480" y="4114800"/>
            <a:ext cx="913680" cy="656640"/>
          </a:xfrm>
          <a:custGeom>
            <a:avLst/>
            <a:gdLst>
              <a:gd name="textAreaLeft" fmla="*/ 0 w 913680"/>
              <a:gd name="textAreaRight" fmla="*/ 914400 w 913680"/>
              <a:gd name="textAreaTop" fmla="*/ 0 h 656640"/>
              <a:gd name="textAreaBottom" fmla="*/ 657360 h 656640"/>
            </a:gdLst>
            <a:ahLst/>
            <a:cxnLst/>
            <a:rect l="textAreaLeft" t="textAreaTop" r="textAreaRight" b="textAreaBottom"/>
            <a:pathLst>
              <a:path w="2540" h="1826" fill="none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4" name="Freeform: Shape 103"/>
          <p:cNvSpPr/>
          <p:nvPr/>
        </p:nvSpPr>
        <p:spPr>
          <a:xfrm>
            <a:off x="3657600" y="1188720"/>
            <a:ext cx="822240" cy="639360"/>
          </a:xfrm>
          <a:custGeom>
            <a:avLst/>
            <a:gdLst>
              <a:gd name="textAreaLeft" fmla="*/ 0 w 822240"/>
              <a:gd name="textAreaRight" fmla="*/ 822960 w 822240"/>
              <a:gd name="textAreaTop" fmla="*/ 0 h 639360"/>
              <a:gd name="textAreaBottom" fmla="*/ 640080 h 639360"/>
            </a:gdLst>
            <a:ahLst/>
            <a:cxnLst/>
            <a:rect l="textAreaLeft" t="textAreaTop" r="textAreaRight" b="textAreaBottom"/>
            <a:pathLst>
              <a:path w="2286" h="1778" fill="none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5" name="Freeform: Shape 104"/>
          <p:cNvSpPr/>
          <p:nvPr/>
        </p:nvSpPr>
        <p:spPr>
          <a:xfrm>
            <a:off x="7955280" y="2011680"/>
            <a:ext cx="1463400" cy="1188000"/>
          </a:xfrm>
          <a:custGeom>
            <a:avLst/>
            <a:gdLst>
              <a:gd name="textAreaLeft" fmla="*/ 0 w 1463400"/>
              <a:gd name="textAreaRight" fmla="*/ 1464120 w 1463400"/>
              <a:gd name="textAreaTop" fmla="*/ 0 h 1188000"/>
              <a:gd name="textAreaBottom" fmla="*/ 1188720 h 1188000"/>
            </a:gdLst>
            <a:ahLst/>
            <a:cxnLst/>
            <a:rect l="textAreaLeft" t="textAreaTop" r="textAreaRight" b="textAreaBottom"/>
            <a:pathLst>
              <a:path w="4067" h="3302" fill="none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2468880" y="822960"/>
            <a:ext cx="1409760" cy="1370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3931920" y="466344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8412480" y="1280160"/>
            <a:ext cx="1096560" cy="10051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11" name="PlaceHolder 3"/>
          <p:cNvSpPr>
            <a:spLocks noGrp="1"/>
          </p:cNvSpPr>
          <p:nvPr>
            <p:ph type="ftr" idx="13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14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E516C9-8B11-45A5-8AAF-45BC82079B03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dt" idx="15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val 115"/>
          <p:cNvSpPr/>
          <p:nvPr/>
        </p:nvSpPr>
        <p:spPr>
          <a:xfrm>
            <a:off x="2103480" y="36583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823320" y="-27324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955640" y="310968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9601560" y="9151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3917520" y="1135080"/>
            <a:ext cx="2432880" cy="4338360"/>
            <a:chOff x="3917520" y="1135080"/>
            <a:chExt cx="2432880" cy="4338360"/>
          </a:xfrm>
        </p:grpSpPr>
        <p:sp>
          <p:nvSpPr>
            <p:cNvPr id="121" name="Parallelogram 120"/>
            <p:cNvSpPr/>
            <p:nvPr/>
          </p:nvSpPr>
          <p:spPr>
            <a:xfrm rot="5330400" flipH="1" flipV="1">
              <a:off x="4853160" y="37375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2" name="Parallelogram 121"/>
            <p:cNvSpPr/>
            <p:nvPr/>
          </p:nvSpPr>
          <p:spPr>
            <a:xfrm rot="5330400" flipH="1" flipV="1">
              <a:off x="4022640" y="269928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3" name="Parallelogram 122"/>
            <p:cNvSpPr/>
            <p:nvPr/>
          </p:nvSpPr>
          <p:spPr>
            <a:xfrm rot="5330400" flipH="1" flipV="1">
              <a:off x="4919760" y="243504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4" name="Parallelogram 123"/>
            <p:cNvSpPr/>
            <p:nvPr/>
          </p:nvSpPr>
          <p:spPr>
            <a:xfrm rot="5330400" flipH="1" flipV="1">
              <a:off x="3976560" y="134136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5" name="Parallelogram 124"/>
            <p:cNvSpPr/>
            <p:nvPr/>
          </p:nvSpPr>
          <p:spPr>
            <a:xfrm rot="5330400" flipH="1" flipV="1">
              <a:off x="4910760" y="110340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6" name="Parallelogram 125"/>
            <p:cNvSpPr/>
            <p:nvPr/>
          </p:nvSpPr>
          <p:spPr>
            <a:xfrm rot="5330400" flipH="1" flipV="1">
              <a:off x="4031280" y="40417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29" name="PlaceHolder 3"/>
          <p:cNvSpPr>
            <a:spLocks noGrp="1"/>
          </p:cNvSpPr>
          <p:nvPr>
            <p:ph type="ftr" idx="16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sldNum" idx="17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93BC4F9-BD78-4F16-BC49-7A97F624E9BB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dt" idx="18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/>
          <p:cNvSpPr/>
          <p:nvPr/>
        </p:nvSpPr>
        <p:spPr>
          <a:xfrm>
            <a:off x="677196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5813280" y="38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589520" y="256032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3200400" y="7315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1424160" y="34891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9" name="Freeform: Shape 138"/>
          <p:cNvSpPr/>
          <p:nvPr/>
        </p:nvSpPr>
        <p:spPr>
          <a:xfrm>
            <a:off x="700920" y="1900080"/>
            <a:ext cx="1401480" cy="1848240"/>
          </a:xfrm>
          <a:custGeom>
            <a:avLst/>
            <a:gdLst>
              <a:gd name="textAreaLeft" fmla="*/ 0 w 1401480"/>
              <a:gd name="textAreaRight" fmla="*/ 1402200 w 1401480"/>
              <a:gd name="textAreaTop" fmla="*/ 0 h 1848240"/>
              <a:gd name="textAreaBottom" fmla="*/ 1848960 h 1848240"/>
            </a:gdLst>
            <a:ahLst/>
            <a:cxnLst/>
            <a:rect l="textAreaLeft" t="textAreaTop" r="textAreaRight" b="textAreaBottom"/>
            <a:pathLst>
              <a:path w="3895" h="5136" fill="none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0" name="Freeform: Shape 139"/>
          <p:cNvSpPr/>
          <p:nvPr/>
        </p:nvSpPr>
        <p:spPr>
          <a:xfrm>
            <a:off x="3931920" y="201168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w="2711" h="3810" fill="none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1" name="Freeform: Shape 140"/>
          <p:cNvSpPr/>
          <p:nvPr/>
        </p:nvSpPr>
        <p:spPr>
          <a:xfrm>
            <a:off x="7724880" y="2103120"/>
            <a:ext cx="778320" cy="1462320"/>
          </a:xfrm>
          <a:custGeom>
            <a:avLst/>
            <a:gdLst>
              <a:gd name="textAreaLeft" fmla="*/ 0 w 778320"/>
              <a:gd name="textAreaRight" fmla="*/ 779040 w 778320"/>
              <a:gd name="textAreaTop" fmla="*/ 0 h 1462320"/>
              <a:gd name="textAreaBottom" fmla="*/ 1463040 h 1462320"/>
            </a:gdLst>
            <a:ahLst/>
            <a:cxnLst/>
            <a:rect l="textAreaLeft" t="textAreaTop" r="textAreaRight" b="textAreaBottom"/>
            <a:pathLst>
              <a:path w="2164" h="4064" fill="none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424160" y="47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288720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6" name="PlaceHolder 3"/>
          <p:cNvSpPr>
            <a:spLocks noGrp="1"/>
          </p:cNvSpPr>
          <p:nvPr>
            <p:ph type="ftr" idx="19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20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0BA0A6-4FB1-47C2-ACF5-8CB81BB87A73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dt" idx="21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150"/>
          <p:cNvGrpSpPr/>
          <p:nvPr/>
        </p:nvGrpSpPr>
        <p:grpSpPr>
          <a:xfrm>
            <a:off x="2982960" y="1585440"/>
            <a:ext cx="5981760" cy="3149280"/>
            <a:chOff x="2982960" y="1585440"/>
            <a:chExt cx="5981760" cy="3149280"/>
          </a:xfrm>
        </p:grpSpPr>
        <p:sp>
          <p:nvSpPr>
            <p:cNvPr id="152" name="Rectangle 151"/>
            <p:cNvSpPr/>
            <p:nvPr/>
          </p:nvSpPr>
          <p:spPr>
            <a:xfrm>
              <a:off x="3570480" y="1888200"/>
              <a:ext cx="4926600" cy="26226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3763800" y="1585440"/>
              <a:ext cx="4926600" cy="262260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9000" tIns="54000" rIns="99000" bIns="54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3844800" y="1768320"/>
              <a:ext cx="1096560" cy="147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IN" sz="8000" b="0" strike="noStrike" spc="-1">
                  <a:solidFill>
                    <a:srgbClr val="000000"/>
                  </a:solidFill>
                  <a:latin typeface="Noto Sans"/>
                  <a:ea typeface="DejaVu Sans"/>
                </a:rPr>
                <a:t>“</a:t>
              </a:r>
              <a:endParaRPr lang="en-IN" sz="8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7868160" y="3399840"/>
              <a:ext cx="1096560" cy="133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IN" sz="7200" b="0" strike="noStrike" spc="-1">
                  <a:solidFill>
                    <a:srgbClr val="000000"/>
                  </a:solidFill>
                  <a:latin typeface="Noto Sans"/>
                  <a:ea typeface="DejaVu Sans"/>
                </a:rPr>
                <a:t>”</a:t>
              </a:r>
              <a:endParaRPr lang="en-IN" sz="7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2982960" y="4117320"/>
              <a:ext cx="1044000" cy="30204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-2092680" y="-402120"/>
            <a:ext cx="4944600" cy="8520840"/>
            <a:chOff x="-2092680" y="-402120"/>
            <a:chExt cx="4944600" cy="8520840"/>
          </a:xfrm>
        </p:grpSpPr>
        <p:sp>
          <p:nvSpPr>
            <p:cNvPr id="158" name="Freeform: Shape 157"/>
            <p:cNvSpPr/>
            <p:nvPr/>
          </p:nvSpPr>
          <p:spPr>
            <a:xfrm>
              <a:off x="-893160" y="4486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9" name="Freeform: Shape 158"/>
            <p:cNvSpPr/>
            <p:nvPr/>
          </p:nvSpPr>
          <p:spPr>
            <a:xfrm rot="5358000">
              <a:off x="-896040" y="5152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0" name="Freeform: Shape 159"/>
            <p:cNvSpPr/>
            <p:nvPr/>
          </p:nvSpPr>
          <p:spPr>
            <a:xfrm>
              <a:off x="-228960" y="5161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1" name="Freeform: Shape 160"/>
            <p:cNvSpPr/>
            <p:nvPr/>
          </p:nvSpPr>
          <p:spPr>
            <a:xfrm rot="5358000">
              <a:off x="-219240" y="4488840"/>
              <a:ext cx="1067760" cy="765720"/>
            </a:xfrm>
            <a:custGeom>
              <a:avLst/>
              <a:gdLst>
                <a:gd name="textAreaLeft" fmla="*/ 276840 w 1067760"/>
                <a:gd name="textAreaRight" fmla="*/ 791640 w 106776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2" name="Freeform: Shape 161"/>
            <p:cNvSpPr/>
            <p:nvPr/>
          </p:nvSpPr>
          <p:spPr>
            <a:xfrm>
              <a:off x="-228960" y="3826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3" name="Freeform: Shape 162"/>
            <p:cNvSpPr/>
            <p:nvPr/>
          </p:nvSpPr>
          <p:spPr>
            <a:xfrm rot="5358000">
              <a:off x="-1584720" y="44938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4" name="Freeform: Shape 163"/>
            <p:cNvSpPr/>
            <p:nvPr/>
          </p:nvSpPr>
          <p:spPr>
            <a:xfrm rot="5358000">
              <a:off x="-2237040" y="5169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5" name="Freeform: Shape 164"/>
            <p:cNvSpPr/>
            <p:nvPr/>
          </p:nvSpPr>
          <p:spPr>
            <a:xfrm rot="5358000">
              <a:off x="-895680" y="3820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6" name="Freeform: Shape 165"/>
            <p:cNvSpPr/>
            <p:nvPr/>
          </p:nvSpPr>
          <p:spPr>
            <a:xfrm rot="5358000">
              <a:off x="-220680" y="3153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7" name="Freeform: Shape 166"/>
            <p:cNvSpPr/>
            <p:nvPr/>
          </p:nvSpPr>
          <p:spPr>
            <a:xfrm>
              <a:off x="455040" y="4477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8" name="Freeform: Shape 167"/>
            <p:cNvSpPr/>
            <p:nvPr/>
          </p:nvSpPr>
          <p:spPr>
            <a:xfrm rot="5358000">
              <a:off x="471240" y="38206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9" name="Freeform: Shape 168"/>
            <p:cNvSpPr/>
            <p:nvPr/>
          </p:nvSpPr>
          <p:spPr>
            <a:xfrm>
              <a:off x="1158840" y="51706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0" name="Freeform: Shape 169"/>
            <p:cNvSpPr/>
            <p:nvPr/>
          </p:nvSpPr>
          <p:spPr>
            <a:xfrm>
              <a:off x="-1561680" y="51627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1" name="Freeform: Shape 170"/>
            <p:cNvSpPr/>
            <p:nvPr/>
          </p:nvSpPr>
          <p:spPr>
            <a:xfrm rot="5358000">
              <a:off x="462240" y="516996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2" name="Freeform: Shape 171"/>
            <p:cNvSpPr/>
            <p:nvPr/>
          </p:nvSpPr>
          <p:spPr>
            <a:xfrm rot="16242000" flipH="1">
              <a:off x="-231840" y="1793160"/>
              <a:ext cx="1068120" cy="765720"/>
            </a:xfrm>
            <a:custGeom>
              <a:avLst/>
              <a:gdLst>
                <a:gd name="textAreaLeft" fmla="*/ 276480 w 1068120"/>
                <a:gd name="textAreaRight" fmla="*/ 79128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3" name="Freeform: Shape 172"/>
            <p:cNvSpPr/>
            <p:nvPr/>
          </p:nvSpPr>
          <p:spPr>
            <a:xfrm rot="16242000" flipH="1">
              <a:off x="419400" y="2469240"/>
              <a:ext cx="1068120" cy="765720"/>
            </a:xfrm>
            <a:custGeom>
              <a:avLst/>
              <a:gdLst>
                <a:gd name="textAreaLeft" fmla="*/ 276480 w 1068120"/>
                <a:gd name="textAreaRight" fmla="*/ 79128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4" name="Freeform: Shape 173"/>
            <p:cNvSpPr/>
            <p:nvPr/>
          </p:nvSpPr>
          <p:spPr>
            <a:xfrm flipH="1">
              <a:off x="-247320" y="2462040"/>
              <a:ext cx="1072440" cy="765720"/>
            </a:xfrm>
            <a:custGeom>
              <a:avLst/>
              <a:gdLst>
                <a:gd name="textAreaLeft" fmla="*/ 278640 w 1072440"/>
                <a:gd name="textAreaRight" fmla="*/ 79524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5" name="Freeform: Shape 174"/>
            <p:cNvSpPr/>
            <p:nvPr/>
          </p:nvSpPr>
          <p:spPr>
            <a:xfrm>
              <a:off x="1107720" y="1135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6" name="Freeform: Shape 175"/>
            <p:cNvSpPr/>
            <p:nvPr/>
          </p:nvSpPr>
          <p:spPr>
            <a:xfrm rot="5358000">
              <a:off x="1103760" y="18010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7" name="Freeform: Shape 176"/>
            <p:cNvSpPr/>
            <p:nvPr/>
          </p:nvSpPr>
          <p:spPr>
            <a:xfrm rot="5358000">
              <a:off x="415080" y="114228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8" name="Freeform: Shape 177"/>
            <p:cNvSpPr/>
            <p:nvPr/>
          </p:nvSpPr>
          <p:spPr>
            <a:xfrm>
              <a:off x="439200" y="18111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9" name="Freeform: Shape 178"/>
            <p:cNvSpPr/>
            <p:nvPr/>
          </p:nvSpPr>
          <p:spPr>
            <a:xfrm>
              <a:off x="423720" y="451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0" name="Freeform: Shape 179"/>
            <p:cNvSpPr/>
            <p:nvPr/>
          </p:nvSpPr>
          <p:spPr>
            <a:xfrm rot="5358000">
              <a:off x="-245160" y="43812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1" name="Freeform: Shape 180"/>
            <p:cNvSpPr/>
            <p:nvPr/>
          </p:nvSpPr>
          <p:spPr>
            <a:xfrm rot="5358000">
              <a:off x="435600" y="-2462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2" name="Freeform: Shape 181"/>
            <p:cNvSpPr/>
            <p:nvPr/>
          </p:nvSpPr>
          <p:spPr>
            <a:xfrm>
              <a:off x="1779480" y="17946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3" name="Freeform: Shape 182"/>
            <p:cNvSpPr/>
            <p:nvPr/>
          </p:nvSpPr>
          <p:spPr>
            <a:xfrm>
              <a:off x="1106280" y="-257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4" name="Freeform: Shape 183"/>
            <p:cNvSpPr/>
            <p:nvPr/>
          </p:nvSpPr>
          <p:spPr>
            <a:xfrm>
              <a:off x="-908280" y="17906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5" name="Freeform: Shape 184"/>
            <p:cNvSpPr/>
            <p:nvPr/>
          </p:nvSpPr>
          <p:spPr>
            <a:xfrm rot="5358000">
              <a:off x="-244440" y="58244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6" name="Freeform: Shape 185"/>
            <p:cNvSpPr/>
            <p:nvPr/>
          </p:nvSpPr>
          <p:spPr>
            <a:xfrm>
              <a:off x="427320" y="58539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7" name="Freeform: Shape 186"/>
            <p:cNvSpPr/>
            <p:nvPr/>
          </p:nvSpPr>
          <p:spPr>
            <a:xfrm>
              <a:off x="-236880" y="6494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8" name="Freeform: Shape 187"/>
            <p:cNvSpPr/>
            <p:nvPr/>
          </p:nvSpPr>
          <p:spPr>
            <a:xfrm rot="5358000">
              <a:off x="-928440" y="650124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9" name="Freeform: Shape 188"/>
            <p:cNvSpPr/>
            <p:nvPr/>
          </p:nvSpPr>
          <p:spPr>
            <a:xfrm rot="5358000">
              <a:off x="-245880" y="7197120"/>
              <a:ext cx="1067760" cy="765720"/>
            </a:xfrm>
            <a:custGeom>
              <a:avLst/>
              <a:gdLst>
                <a:gd name="textAreaLeft" fmla="*/ 276840 w 1067760"/>
                <a:gd name="textAreaRight" fmla="*/ 791640 w 106776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0" name="Freeform: Shape 189"/>
            <p:cNvSpPr/>
            <p:nvPr/>
          </p:nvSpPr>
          <p:spPr>
            <a:xfrm rot="5358000">
              <a:off x="427320" y="6517800"/>
              <a:ext cx="1068120" cy="765720"/>
            </a:xfrm>
            <a:custGeom>
              <a:avLst/>
              <a:gdLst>
                <a:gd name="textAreaLeft" fmla="*/ 277200 w 1068120"/>
                <a:gd name="textAreaRight" fmla="*/ 792000 w 106812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1" name="Freeform: Shape 190"/>
            <p:cNvSpPr/>
            <p:nvPr/>
          </p:nvSpPr>
          <p:spPr>
            <a:xfrm>
              <a:off x="1103400" y="65300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2841" dir="2700000" rotWithShape="0">
                <a:srgbClr val="808080">
                  <a:alpha val="2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192" name="Freeform: Shape 191"/>
          <p:cNvSpPr/>
          <p:nvPr/>
        </p:nvSpPr>
        <p:spPr>
          <a:xfrm>
            <a:off x="8538120" y="387720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w="2711" h="3810" fill="none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type="oval" w="lg" len="sm"/>
            <a:tailEnd type="oval" w="lg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360" tIns="63360" rIns="108360" bIns="633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93" name="Oval 192"/>
          <p:cNvSpPr/>
          <p:nvPr/>
        </p:nvSpPr>
        <p:spPr>
          <a:xfrm>
            <a:off x="7372080" y="497448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7868160" y="-329040"/>
            <a:ext cx="2010960" cy="20109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7" name="PlaceHolder 3"/>
          <p:cNvSpPr>
            <a:spLocks noGrp="1"/>
          </p:cNvSpPr>
          <p:nvPr>
            <p:ph type="ftr" idx="22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23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8B5130-31B5-4D6E-8A54-AD74E2EC27C5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dt" idx="24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Oval 201"/>
          <p:cNvSpPr/>
          <p:nvPr/>
        </p:nvSpPr>
        <p:spPr>
          <a:xfrm>
            <a:off x="8266320" y="41155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7717680" y="-54828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204" name="Group 203"/>
          <p:cNvGrpSpPr/>
          <p:nvPr/>
        </p:nvGrpSpPr>
        <p:grpSpPr>
          <a:xfrm>
            <a:off x="-146880" y="-295560"/>
            <a:ext cx="914400" cy="1279800"/>
            <a:chOff x="-146880" y="-295560"/>
            <a:chExt cx="914400" cy="1279800"/>
          </a:xfrm>
        </p:grpSpPr>
        <p:sp>
          <p:nvSpPr>
            <p:cNvPr id="205" name="Oval 204"/>
            <p:cNvSpPr/>
            <p:nvPr/>
          </p:nvSpPr>
          <p:spPr>
            <a:xfrm rot="5395800" flipV="1">
              <a:off x="219240" y="8010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6" name="Oval 205"/>
            <p:cNvSpPr/>
            <p:nvPr/>
          </p:nvSpPr>
          <p:spPr>
            <a:xfrm rot="5395800" flipV="1">
              <a:off x="218880" y="4352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7" name="Oval 206"/>
            <p:cNvSpPr/>
            <p:nvPr/>
          </p:nvSpPr>
          <p:spPr>
            <a:xfrm rot="5395800" flipV="1">
              <a:off x="218520" y="69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8" name="Oval 207"/>
            <p:cNvSpPr/>
            <p:nvPr/>
          </p:nvSpPr>
          <p:spPr>
            <a:xfrm rot="5395800" flipV="1">
              <a:off x="217800" y="-2952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09" name="Oval 208"/>
            <p:cNvSpPr/>
            <p:nvPr/>
          </p:nvSpPr>
          <p:spPr>
            <a:xfrm rot="5395800" flipV="1">
              <a:off x="583920" y="-2955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0" name="Oval 209"/>
            <p:cNvSpPr/>
            <p:nvPr/>
          </p:nvSpPr>
          <p:spPr>
            <a:xfrm rot="5395800" flipV="1">
              <a:off x="584280" y="691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1" name="Oval 210"/>
            <p:cNvSpPr/>
            <p:nvPr/>
          </p:nvSpPr>
          <p:spPr>
            <a:xfrm rot="5395800" flipV="1">
              <a:off x="584280" y="4348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2" name="Oval 211"/>
            <p:cNvSpPr/>
            <p:nvPr/>
          </p:nvSpPr>
          <p:spPr>
            <a:xfrm rot="5395800" flipV="1">
              <a:off x="585000" y="8010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3" name="Oval 212"/>
            <p:cNvSpPr/>
            <p:nvPr/>
          </p:nvSpPr>
          <p:spPr>
            <a:xfrm rot="5395800" flipV="1">
              <a:off x="-145440" y="8013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4" name="Oval 213"/>
            <p:cNvSpPr/>
            <p:nvPr/>
          </p:nvSpPr>
          <p:spPr>
            <a:xfrm rot="5395800" flipV="1">
              <a:off x="-146160" y="435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5" name="Oval 214"/>
            <p:cNvSpPr/>
            <p:nvPr/>
          </p:nvSpPr>
          <p:spPr>
            <a:xfrm rot="5395800" flipV="1">
              <a:off x="-146160" y="69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6" name="Oval 215"/>
            <p:cNvSpPr/>
            <p:nvPr/>
          </p:nvSpPr>
          <p:spPr>
            <a:xfrm rot="5395800" flipV="1">
              <a:off x="-146520" y="-2948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9545040" y="4645800"/>
            <a:ext cx="915120" cy="1280520"/>
            <a:chOff x="9545040" y="4645800"/>
            <a:chExt cx="915120" cy="1280520"/>
          </a:xfrm>
        </p:grpSpPr>
        <p:sp>
          <p:nvSpPr>
            <p:cNvPr id="218" name="Oval 217"/>
            <p:cNvSpPr/>
            <p:nvPr/>
          </p:nvSpPr>
          <p:spPr>
            <a:xfrm rot="5395800" flipV="1">
              <a:off x="9911880" y="57430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19" name="Oval 218"/>
            <p:cNvSpPr/>
            <p:nvPr/>
          </p:nvSpPr>
          <p:spPr>
            <a:xfrm rot="5395800" flipV="1">
              <a:off x="9911520" y="53773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0" name="Oval 219"/>
            <p:cNvSpPr/>
            <p:nvPr/>
          </p:nvSpPr>
          <p:spPr>
            <a:xfrm rot="5395800" flipV="1">
              <a:off x="9911160" y="50119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1" name="Oval 220"/>
            <p:cNvSpPr/>
            <p:nvPr/>
          </p:nvSpPr>
          <p:spPr>
            <a:xfrm rot="5395800" flipV="1">
              <a:off x="9910440" y="46458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2" name="Oval 221"/>
            <p:cNvSpPr/>
            <p:nvPr/>
          </p:nvSpPr>
          <p:spPr>
            <a:xfrm rot="5395800" flipV="1">
              <a:off x="10276560" y="46454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3" name="Oval 222"/>
            <p:cNvSpPr/>
            <p:nvPr/>
          </p:nvSpPr>
          <p:spPr>
            <a:xfrm rot="5395800" flipV="1">
              <a:off x="10276920" y="501120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4" name="Oval 223"/>
            <p:cNvSpPr/>
            <p:nvPr/>
          </p:nvSpPr>
          <p:spPr>
            <a:xfrm rot="5395800" flipV="1">
              <a:off x="10276920" y="5376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5" name="Oval 224"/>
            <p:cNvSpPr/>
            <p:nvPr/>
          </p:nvSpPr>
          <p:spPr>
            <a:xfrm rot="5395800" flipV="1">
              <a:off x="10277640" y="574308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6" name="Oval 225"/>
            <p:cNvSpPr/>
            <p:nvPr/>
          </p:nvSpPr>
          <p:spPr>
            <a:xfrm rot="5395800" flipV="1">
              <a:off x="9546120" y="57434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7" name="Oval 226"/>
            <p:cNvSpPr/>
            <p:nvPr/>
          </p:nvSpPr>
          <p:spPr>
            <a:xfrm rot="5395800" flipV="1">
              <a:off x="9545400" y="537804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8" name="Oval 227"/>
            <p:cNvSpPr/>
            <p:nvPr/>
          </p:nvSpPr>
          <p:spPr>
            <a:xfrm rot="5395800" flipV="1">
              <a:off x="9545400" y="50119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9" name="Oval 228"/>
            <p:cNvSpPr/>
            <p:nvPr/>
          </p:nvSpPr>
          <p:spPr>
            <a:xfrm rot="5395800" flipV="1">
              <a:off x="9545040" y="46461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dist="102841" dir="2700000" rotWithShape="0">
                <a:srgbClr val="808080">
                  <a:alpha val="6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230" name="Oval 229"/>
          <p:cNvSpPr/>
          <p:nvPr/>
        </p:nvSpPr>
        <p:spPr>
          <a:xfrm>
            <a:off x="-146160" y="31093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3" name="PlaceHolder 3"/>
          <p:cNvSpPr>
            <a:spLocks noGrp="1"/>
          </p:cNvSpPr>
          <p:nvPr>
            <p:ph type="ftr" idx="25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sldNum" idx="26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FB22CA-AF59-4301-B9A8-06C414816C33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dt" idx="27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37"/>
          <p:cNvSpPr/>
          <p:nvPr/>
        </p:nvSpPr>
        <p:spPr>
          <a:xfrm rot="18876000">
            <a:off x="8645760" y="-40500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39" name="Rectangle 238"/>
          <p:cNvSpPr/>
          <p:nvPr/>
        </p:nvSpPr>
        <p:spPr>
          <a:xfrm rot="18876000">
            <a:off x="8665920" y="398304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40" name="Rectangle 239"/>
          <p:cNvSpPr/>
          <p:nvPr/>
        </p:nvSpPr>
        <p:spPr>
          <a:xfrm rot="18964800">
            <a:off x="993600" y="591588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41" name="Rectangle 240"/>
          <p:cNvSpPr/>
          <p:nvPr/>
        </p:nvSpPr>
        <p:spPr>
          <a:xfrm rot="18964800">
            <a:off x="-1296720" y="551376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42" name="Rectangle 241"/>
          <p:cNvSpPr/>
          <p:nvPr/>
        </p:nvSpPr>
        <p:spPr>
          <a:xfrm rot="18964800">
            <a:off x="3681720" y="339480"/>
            <a:ext cx="3457080" cy="9216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43" name="Rectangle 242"/>
          <p:cNvSpPr/>
          <p:nvPr/>
        </p:nvSpPr>
        <p:spPr>
          <a:xfrm rot="18964800">
            <a:off x="1445400" y="-75780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44" name="Rectangle 243"/>
          <p:cNvSpPr/>
          <p:nvPr/>
        </p:nvSpPr>
        <p:spPr>
          <a:xfrm rot="18964800">
            <a:off x="-726840" y="3295080"/>
            <a:ext cx="2588040" cy="51228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ftr" idx="28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Noto Sans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sldNum" idx="29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388598-04E3-4768-8B5D-B4CBAFB229F8}" type="slidenum">
              <a:rPr lang="en-IN" sz="1400" b="0" strike="noStrike" spc="-1">
                <a:solidFill>
                  <a:srgbClr val="000000"/>
                </a:solidFill>
                <a:latin typeface="Noto Sans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dt" idx="30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251"/>
          <p:cNvSpPr/>
          <p:nvPr/>
        </p:nvSpPr>
        <p:spPr>
          <a:xfrm>
            <a:off x="7315200" y="4629240"/>
            <a:ext cx="2376720" cy="53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300" spc="-1" dirty="0">
                <a:solidFill>
                  <a:srgbClr val="000000"/>
                </a:solidFill>
                <a:latin typeface="Noto Sans"/>
                <a:ea typeface="DejaVu Sans"/>
              </a:rPr>
              <a:t>Komal Gadadare</a:t>
            </a:r>
          </a:p>
          <a:p>
            <a:pPr>
              <a:lnSpc>
                <a:spcPct val="100000"/>
              </a:lnSpc>
            </a:pPr>
            <a:r>
              <a:rPr lang="en-IN" sz="1300" b="0" strike="noStrike" spc="-1">
                <a:solidFill>
                  <a:srgbClr val="000000"/>
                </a:solidFill>
                <a:latin typeface="Noto Sans"/>
                <a:ea typeface="DejaVu Sans"/>
              </a:rPr>
              <a:t>Sr. </a:t>
            </a:r>
            <a:r>
              <a:rPr lang="en-IN" sz="1300" b="0" strike="noStrike" spc="-1" dirty="0">
                <a:solidFill>
                  <a:srgbClr val="000000"/>
                </a:solidFill>
                <a:latin typeface="Noto Sans"/>
                <a:ea typeface="DejaVu Sans"/>
              </a:rPr>
              <a:t>Software Engineer</a:t>
            </a:r>
            <a:endParaRPr lang="en-IN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traight Connector 252"/>
          <p:cNvSpPr/>
          <p:nvPr/>
        </p:nvSpPr>
        <p:spPr>
          <a:xfrm>
            <a:off x="7132320" y="4375440"/>
            <a:ext cx="360" cy="100584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7360" tIns="72360" rIns="117360" bIns="7236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0" y="1601280"/>
            <a:ext cx="9900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000000"/>
                </a:solidFill>
                <a:latin typeface="Noto Sans"/>
              </a:rPr>
              <a:t>Boosting Developer Productivity with GitLab Duo</a:t>
            </a:r>
            <a:endParaRPr lang="en-IN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3060360" y="3600360"/>
            <a:ext cx="635580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spcBef>
                <a:spcPts val="1191"/>
              </a:spcBef>
              <a:spcAft>
                <a:spcPts val="992"/>
              </a:spcAft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Code Assistance, Suggestions, and Smart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80000" y="3096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Agenda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396000" y="1584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5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Quick Recap of Day 1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Duo in the IDE (IntelliJ focus)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Code Suggestions &amp; Autocompletions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AI Chat for Coding Help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Code Review Support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Hands-on Demos with Java + Spring Boot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 Wrap-up &amp; Q\&amp;A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Recap of Day 1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68000" y="1584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Setup steps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Duo in GitLab + IntelliJ plugin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Request &amp; approval flow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396000" y="3096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Duo in the IDE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216000" y="1404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Integrated inside IntelliJ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Code suggestions while typing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Chat panel for prompts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Inline explanations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396000" y="3600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Code Suggestions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468000" y="1440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Beyond IntelliJ autocomplete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Suggests multi-line methods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Context-aware (reads your project)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Reduces boilerplate work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216000" y="3096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Demo: Generate Service Layer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540000" y="1584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Demo Prompts: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Create a java spring boot User Entity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Create repository by implemention JPARepository.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Write a Java Spring Boot UserService class with CRUD methods for User entity.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68000" y="4896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Chat-Based Assistance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68000" y="1620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Ask in natural language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Explain complex methods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Suggest performance improvements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Generate test cases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396000" y="3600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Demo: Explain Code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68000" y="1584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Prompt: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Explain this method in simple terms and suggest improvements.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68000" y="3600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Demo: Generate Tests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68000" y="1404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Prompt: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Generate JUnit 5 test cases for UserService class.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68000" y="4896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Code Review Assistance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68000" y="1440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Duo reviews merge requests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Highlights security issues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Suggests refactoring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Improves readability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Review Pull Request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468000" y="1440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Missing null checks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Use of inefficient loops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Possible SQL injection risks.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This kind of automated feedback ensures we don’t miss common mistakes.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396000" y="3600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Wrap-Up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68000" y="1404000"/>
            <a:ext cx="9143280" cy="363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Duo boosts developer productivity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Helps in coding, testing, and review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Reduces repetitive work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Noto Sans"/>
              </a:rPr>
              <a:t>Next: Testing &amp; Analysis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360000" y="2289600"/>
            <a:ext cx="9143280" cy="94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Q&amp;A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360000" y="1234800"/>
            <a:ext cx="9143280" cy="27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strike="noStrike" spc="-1">
                <a:solidFill>
                  <a:srgbClr val="000000"/>
                </a:solidFill>
                <a:latin typeface="Noto Sans"/>
              </a:rPr>
              <a:t>thankYou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bfa236d-8472-42aa-9a40-ab46036c5596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262</Words>
  <Application>Microsoft Office PowerPoint</Application>
  <PresentationFormat>Custom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Arial</vt:lpstr>
      <vt:lpstr>Noto Sans</vt:lpstr>
      <vt:lpstr>Symbol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Boosting Developer Productivity with GitLab Duo</vt:lpstr>
      <vt:lpstr>Agenda</vt:lpstr>
      <vt:lpstr>Recap of Day 1</vt:lpstr>
      <vt:lpstr>Duo in the IDE</vt:lpstr>
      <vt:lpstr>Code Suggestions</vt:lpstr>
      <vt:lpstr>Demo: Generate Service Layer</vt:lpstr>
      <vt:lpstr>Chat-Based Assistance</vt:lpstr>
      <vt:lpstr>Demo: Explain Code</vt:lpstr>
      <vt:lpstr>Demo: Generate Tests</vt:lpstr>
      <vt:lpstr>Code Review Assistance</vt:lpstr>
      <vt:lpstr>Review Pull Request</vt:lpstr>
      <vt:lpstr>Wrap-Up</vt:lpstr>
      <vt:lpstr>Q&amp;A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Elegant</dc:title>
  <dc:subject/>
  <dc:creator>Nema, Hritik</dc:creator>
  <dc:description>Credits:
Illustrations by Pixeltrue https://icons8.com/illustrations/author/5ec7b0e101d0360016f3d1b3 on icon8 (master slide "Table of content")
Photo by Dave Hoefler https://unsplash.com/fr/@iamthedave on Unsplash https://unsplash.com/fr/licence (slide 9)</dc:description>
  <cp:lastModifiedBy>Mutalikdesai, Suma</cp:lastModifiedBy>
  <cp:revision>5</cp:revision>
  <dcterms:created xsi:type="dcterms:W3CDTF">2025-09-21T15:00:34Z</dcterms:created>
  <dcterms:modified xsi:type="dcterms:W3CDTF">2026-10-27T10:20:50Z</dcterms:modified>
  <dc:language>en-IN</dc:language>
</cp:coreProperties>
</file>