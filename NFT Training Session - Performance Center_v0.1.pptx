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sldIdLst>
    <p:sldId id="339" r:id="rId3"/>
    <p:sldId id="1753" r:id="rId4"/>
    <p:sldId id="1766" r:id="rId5"/>
    <p:sldId id="1740" r:id="rId6"/>
    <p:sldId id="1754" r:id="rId7"/>
    <p:sldId id="1756" r:id="rId8"/>
    <p:sldId id="1757" r:id="rId9"/>
    <p:sldId id="1758" r:id="rId10"/>
    <p:sldId id="1759" r:id="rId11"/>
    <p:sldId id="1760" r:id="rId12"/>
    <p:sldId id="1761" r:id="rId13"/>
    <p:sldId id="1762" r:id="rId14"/>
    <p:sldId id="1763" r:id="rId15"/>
    <p:sldId id="1764" r:id="rId16"/>
    <p:sldId id="1765" r:id="rId17"/>
    <p:sldId id="122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D649-D1B1-41F9-845F-5B64ED278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CA7B1-6C6B-42BD-899B-73F0579AD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EE49-4848-4559-A5BB-459187D5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688E-29AA-4446-936B-62B21574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864B-BFFD-4032-8CFA-3FAFF1C3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3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8EED-C94F-40A3-925A-89986780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A451-0683-4D58-B227-19DE4B67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16287-72D7-4B57-8C1B-ED263389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3F6A7-0B72-4DD2-826A-62F5FB30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6FE8C-A243-4656-9C7E-852DFCA3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1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5542-A80E-42A9-9FDC-34138B5C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98371-10CC-46D1-B88F-45ABE4749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330E-9459-4F34-A17F-9BC971D0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C525C-A49B-479A-B510-542A2AEA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FFAC-F874-4134-99E0-FC5C1D3B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0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D8AB-4ED4-4E2E-A566-6740DEAB6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C83C-B08C-48DD-9CC6-DB0FC695B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5DD77-73C4-4002-9F17-B6C64749A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E63F5-83EB-4885-879D-C87D3C8D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1CB51-D75E-420E-A9E4-C3C3ECD0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3B8BF-BC3D-4D97-B56C-1A289522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2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3A4E-4488-47C5-8BE7-241797F9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3CAD1-0690-4807-B17E-D815DA33A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5948B-DF5A-4A64-B2AF-2D69ABCEB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95BB9-6651-43AE-9794-7B8FE83D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ADCC4-6116-463F-828F-554F2FFB8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C457A-B322-43F9-863E-C91B3884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9C081-0DFE-4273-9222-32F67434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A9868-7195-4F3D-A3F9-EABCDFCC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0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E924-8C77-4B84-A480-36E12931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04083-CAAC-49AC-9A7D-7F6DD1C2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DCACF-6269-4FD5-9135-AAFA699F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6D052-DF1E-41E9-81A4-80B3AEC0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9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EBBD7-AB11-4EB6-8F06-4A000B55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EAF79-0D81-4E90-84DC-A5807BF0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3DB4F-6CDE-40B3-B174-1D4174BF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538A-25E1-4F03-92DC-18DE8E02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49FF-BF16-4C73-BCFE-CC1FABFD1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09548-459D-4114-B148-658D0199A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7B62E-BCCC-4896-94B5-288E5CFE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6642A-5FAE-4751-97D4-EB9F9B35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8A80C-77A8-406C-B9C1-6333B633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7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149A-A34F-4BFC-9FA7-7EB6A4D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40BB2-2211-4DB2-91D1-B3E37622B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9EA30-6796-4BA9-8BE0-80027D691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B94E-C793-4A27-8F22-88C34AD4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07B6F-9BEE-4D5B-B89F-FCDD0AF9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3A6C6-D083-4E5B-AF31-E9FAFAD8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6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42F26-8177-4CF3-80D8-7BA1674C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4677D-6F43-477F-8BDE-CA93A183B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70C89-90F7-4C1A-9204-6EE6EDD6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CFD3-1FCD-45AA-A7D7-20683550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8B79C-C622-4F98-80E2-DFE402DD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B3382-B95D-4AC6-99E3-65728A5DD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795FF-87B5-4777-96E7-B5B5CFF6B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54B5B-E0E7-4637-8DB7-44D9FA3D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7554F-B8EF-42C1-A4EA-D75AE52B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A3EED-B985-498E-BFA9-F7A1028E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0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AF657A7-9494-4FC8-8F78-B41D1E792E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374162" y="386176"/>
            <a:ext cx="2250858" cy="604157"/>
            <a:chOff x="9563100" y="1673029"/>
            <a:chExt cx="1389888" cy="3730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490354-5F33-4605-8C86-CA56C5A6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386C0E-5C48-429C-AAD0-D3882C7EE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B3E776D5-98BF-44C6-856E-2B6B2B8485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2650" y="2897133"/>
            <a:ext cx="7010398" cy="51259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200" cap="none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93F8AE68-4006-4C4F-805E-94D8326B31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2649" y="3616314"/>
            <a:ext cx="7010399" cy="3971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" b="0" cap="none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2pPr>
            <a:lvl3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3pPr>
            <a:lvl4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4pPr>
            <a:lvl5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D357567-1A08-47E4-A9E2-38A5C9046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283" y="990333"/>
            <a:ext cx="7010400" cy="1700212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</a:t>
            </a:r>
          </a:p>
          <a:p>
            <a:pPr lvl="0"/>
            <a:r>
              <a:rPr lang="en-US" dirty="0"/>
              <a:t>Headers</a:t>
            </a:r>
          </a:p>
        </p:txBody>
      </p:sp>
      <p:pic>
        <p:nvPicPr>
          <p:cNvPr id="4928" name="Picture 4927">
            <a:extLst>
              <a:ext uri="{FF2B5EF4-FFF2-40B4-BE49-F238E27FC236}">
                <a16:creationId xmlns:a16="http://schemas.microsoft.com/office/drawing/2014/main" id="{CA72A680-D409-4697-A47A-6060B52A1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734965"/>
            <a:ext cx="12192000" cy="31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AF657A7-9494-4FC8-8F78-B41D1E792E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374162" y="386176"/>
            <a:ext cx="2250858" cy="604157"/>
            <a:chOff x="9563100" y="1673029"/>
            <a:chExt cx="1389888" cy="3730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490354-5F33-4605-8C86-CA56C5A6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386C0E-5C48-429C-AAD0-D3882C7EE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B3E776D5-98BF-44C6-856E-2B6B2B8485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2650" y="2897133"/>
            <a:ext cx="7010398" cy="51259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200" cap="none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93F8AE68-4006-4C4F-805E-94D8326B31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2649" y="3616314"/>
            <a:ext cx="7010399" cy="3971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" b="0" cap="none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2pPr>
            <a:lvl3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3pPr>
            <a:lvl4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4pPr>
            <a:lvl5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D357567-1A08-47E4-A9E2-38A5C9046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283" y="990333"/>
            <a:ext cx="7010400" cy="1700212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</a:t>
            </a:r>
          </a:p>
          <a:p>
            <a:pPr lvl="0"/>
            <a:r>
              <a:rPr lang="en-US" dirty="0"/>
              <a:t>Headers</a:t>
            </a:r>
          </a:p>
        </p:txBody>
      </p:sp>
      <p:pic>
        <p:nvPicPr>
          <p:cNvPr id="4928" name="Picture 4927">
            <a:extLst>
              <a:ext uri="{FF2B5EF4-FFF2-40B4-BE49-F238E27FC236}">
                <a16:creationId xmlns:a16="http://schemas.microsoft.com/office/drawing/2014/main" id="{CA72A680-D409-4697-A47A-6060B52A1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734965"/>
            <a:ext cx="12192000" cy="31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48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lothing, underwear, umbrella&#10;&#10;Description automatically generated">
            <a:extLst>
              <a:ext uri="{FF2B5EF4-FFF2-40B4-BE49-F238E27FC236}">
                <a16:creationId xmlns:a16="http://schemas.microsoft.com/office/drawing/2014/main" id="{96D6A508-061A-41B3-9629-19965BAB9A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317500"/>
            <a:ext cx="12172950" cy="6540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AF657A7-9494-4FC8-8F78-B41D1E792E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374162" y="386176"/>
            <a:ext cx="2250858" cy="604157"/>
            <a:chOff x="9563100" y="1673029"/>
            <a:chExt cx="1389888" cy="3730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490354-5F33-4605-8C86-CA56C5A6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386C0E-5C48-429C-AAD0-D3882C7EE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B3E776D5-98BF-44C6-856E-2B6B2B8485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2650" y="2897133"/>
            <a:ext cx="7010398" cy="51259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200" cap="none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93F8AE68-4006-4C4F-805E-94D8326B31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2649" y="3616314"/>
            <a:ext cx="7010399" cy="3971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" b="0" cap="none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2pPr>
            <a:lvl3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3pPr>
            <a:lvl4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4pPr>
            <a:lvl5pPr>
              <a:defRPr>
                <a:solidFill>
                  <a:schemeClr val="bg1"/>
                </a:solidFill>
                <a:latin typeface="Graphik Light" panose="020B040303020206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D357567-1A08-47E4-A9E2-38A5C9046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283" y="990333"/>
            <a:ext cx="7010400" cy="1700212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sz="7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</a:t>
            </a:r>
          </a:p>
          <a:p>
            <a:pPr lvl="0"/>
            <a:r>
              <a:rPr lang="en-US" dirty="0"/>
              <a:t>Headers</a:t>
            </a:r>
          </a:p>
        </p:txBody>
      </p:sp>
    </p:spTree>
    <p:extLst>
      <p:ext uri="{BB962C8B-B14F-4D97-AF65-F5344CB8AC3E}">
        <p14:creationId xmlns:p14="http://schemas.microsoft.com/office/powerpoint/2010/main" val="1878096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Opt 3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8C5BBB52-DCBF-4E54-B0E8-89C724402B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5" y="794"/>
            <a:ext cx="12190411" cy="6856412"/>
          </a:xfrm>
          <a:prstGeom prst="rect">
            <a:avLst/>
          </a:prstGeom>
        </p:spPr>
      </p:pic>
      <p:grpSp>
        <p:nvGrpSpPr>
          <p:cNvPr id="14" name="Group 13"/>
          <p:cNvGrpSpPr>
            <a:grpSpLocks noChangeAspect="1"/>
          </p:cNvGrpSpPr>
          <p:nvPr userDrawn="1"/>
        </p:nvGrpSpPr>
        <p:grpSpPr>
          <a:xfrm>
            <a:off x="9554579" y="5833250"/>
            <a:ext cx="2256422" cy="605651"/>
            <a:chOff x="9638475" y="1219200"/>
            <a:chExt cx="1389888" cy="37306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Graphik Regular" panose="020B0503030202060203" pitchFamily="34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3A2E450-7AB2-4757-BD17-72C7034E8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3170" y="3641594"/>
            <a:ext cx="8116882" cy="1087186"/>
          </a:xfrm>
        </p:spPr>
        <p:txBody>
          <a:bodyPr wrap="square" anchor="b"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3199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570281E-0CB6-4ED1-B31F-A6053AC9C4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2645" y="4994395"/>
            <a:ext cx="8116882" cy="645895"/>
          </a:xfrm>
        </p:spPr>
        <p:txBody>
          <a:bodyPr wrap="square" anchor="t"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992F42C-6CCE-4824-A925-C759EF1AF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3170" y="427740"/>
            <a:ext cx="8116882" cy="2904051"/>
          </a:xfrm>
        </p:spPr>
        <p:txBody>
          <a:bodyPr wrap="square" anchor="b">
            <a:normAutofit/>
          </a:bodyPr>
          <a:lstStyle>
            <a:lvl1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lang="en-US" sz="7199" b="1" i="0" kern="1200" dirty="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</a:t>
            </a:r>
          </a:p>
          <a:p>
            <a:pPr lvl="0"/>
            <a:r>
              <a:rPr lang="en-US" dirty="0"/>
              <a:t>Headers</a:t>
            </a:r>
          </a:p>
        </p:txBody>
      </p:sp>
    </p:spTree>
    <p:extLst>
      <p:ext uri="{BB962C8B-B14F-4D97-AF65-F5344CB8AC3E}">
        <p14:creationId xmlns:p14="http://schemas.microsoft.com/office/powerpoint/2010/main" val="4092650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73137"/>
            <a:ext cx="6426200" cy="969963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6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81D7988-71CF-428B-BB8C-370DA3034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913" y="2400464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052618-531B-4841-A43B-6710A5FB01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5086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F89B5AE-E188-4353-9738-00A6F4ADF3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913" y="3451045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ECA69700-84AA-4333-96E5-1B7E35ACB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5088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59530B2-E30E-446D-885E-7ADC021BD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13" y="4549387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4CB8CA3-C5FC-4CA5-979B-052A64B68E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5086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9E5A7F7-8F19-4595-95BD-C0DABF6A8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2400464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899181F-B8CA-4B36-AF7C-D1354DF84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0174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656F190-2BE8-4368-ADED-FC85D9A03C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5999" y="3451045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55D8271-4249-49A3-9E31-CA7401B12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0174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97D1950-FBE7-4AAE-A7F3-DE7C26FAB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4549387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543BA188-7B35-4438-90B1-F701495D62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0174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 dirty="0"/>
              <a:t>Click to add Title at 16 </a:t>
            </a:r>
            <a:r>
              <a:rPr lang="en-US" sz="1600" dirty="0" err="1"/>
              <a:t>pt</a:t>
            </a:r>
            <a:r>
              <a:rPr lang="en-US" sz="1600" dirty="0"/>
              <a:t> or less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E25AE54-DB22-44B2-A18F-3ECCFA3A1C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9EB6A56-5461-4FFF-8573-F2A2015AD7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3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Opt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27">
            <a:extLst>
              <a:ext uri="{FF2B5EF4-FFF2-40B4-BE49-F238E27FC236}">
                <a16:creationId xmlns:a16="http://schemas.microsoft.com/office/drawing/2014/main" id="{A0389FE7-23FA-4F59-9431-2BD9825209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6341" y="126274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19E8B2B-BC72-44A0-B890-8F9129C25E7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76907" y="1262743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26" name="Shape 427">
            <a:extLst>
              <a:ext uri="{FF2B5EF4-FFF2-40B4-BE49-F238E27FC236}">
                <a16:creationId xmlns:a16="http://schemas.microsoft.com/office/drawing/2014/main" id="{A53F6CAD-B866-476C-A3F3-999840B8569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79020" y="1262744"/>
            <a:ext cx="467321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Shape 922">
            <a:extLst>
              <a:ext uri="{FF2B5EF4-FFF2-40B4-BE49-F238E27FC236}">
                <a16:creationId xmlns:a16="http://schemas.microsoft.com/office/drawing/2014/main" id="{0E8B29BE-ED9C-4923-8A15-2D7EB6FDD4F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1000" y="381000"/>
            <a:ext cx="11430000" cy="67520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55000"/>
              </a:lnSpc>
              <a:defRPr sz="3598" b="1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0546DBA2-A7CE-4C2B-93E7-CC5664F02B2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136155" y="1262743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F23D09E5-F48E-46C4-BA48-55B8D916FF6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863751" y="1262743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33" name="Shape 427">
            <a:extLst>
              <a:ext uri="{FF2B5EF4-FFF2-40B4-BE49-F238E27FC236}">
                <a16:creationId xmlns:a16="http://schemas.microsoft.com/office/drawing/2014/main" id="{594D0953-7525-4E6D-B0D7-DB7BAB3AF3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6341" y="1771386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DE211174-F013-47D8-9A4D-39E6BDD394E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076907" y="1771385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35" name="Shape 427">
            <a:extLst>
              <a:ext uri="{FF2B5EF4-FFF2-40B4-BE49-F238E27FC236}">
                <a16:creationId xmlns:a16="http://schemas.microsoft.com/office/drawing/2014/main" id="{B44DE5B6-E063-46C7-A47C-CE7C8EE7680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79021" y="1771386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Текст 7">
            <a:extLst>
              <a:ext uri="{FF2B5EF4-FFF2-40B4-BE49-F238E27FC236}">
                <a16:creationId xmlns:a16="http://schemas.microsoft.com/office/drawing/2014/main" id="{9ED0463C-1E8F-4172-AE9E-3FC1FD5A75F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136155" y="1771385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37" name="Текст 7">
            <a:extLst>
              <a:ext uri="{FF2B5EF4-FFF2-40B4-BE49-F238E27FC236}">
                <a16:creationId xmlns:a16="http://schemas.microsoft.com/office/drawing/2014/main" id="{FCD13EB4-5D3A-4966-8955-0D5EC74C421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63751" y="1771385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38" name="Shape 427">
            <a:extLst>
              <a:ext uri="{FF2B5EF4-FFF2-40B4-BE49-F238E27FC236}">
                <a16:creationId xmlns:a16="http://schemas.microsoft.com/office/drawing/2014/main" id="{7FDFA773-00C8-413C-B961-BDF046F8915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46341" y="2280028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9" name="Текст 7">
            <a:extLst>
              <a:ext uri="{FF2B5EF4-FFF2-40B4-BE49-F238E27FC236}">
                <a16:creationId xmlns:a16="http://schemas.microsoft.com/office/drawing/2014/main" id="{8CD96B58-FF88-4799-83C0-7B3F7A79143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76907" y="2280027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40" name="Shape 427">
            <a:extLst>
              <a:ext uri="{FF2B5EF4-FFF2-40B4-BE49-F238E27FC236}">
                <a16:creationId xmlns:a16="http://schemas.microsoft.com/office/drawing/2014/main" id="{D21DD8F8-D778-4FF8-8237-35AA5C64B03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9021" y="2280028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Текст 7">
            <a:extLst>
              <a:ext uri="{FF2B5EF4-FFF2-40B4-BE49-F238E27FC236}">
                <a16:creationId xmlns:a16="http://schemas.microsoft.com/office/drawing/2014/main" id="{37DD4E89-904E-42D3-9DB7-A88EC9B0117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136155" y="2280027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79439D3-A2C0-4AFA-B6CB-27F6C0C306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863751" y="2280027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43" name="Shape 427">
            <a:extLst>
              <a:ext uri="{FF2B5EF4-FFF2-40B4-BE49-F238E27FC236}">
                <a16:creationId xmlns:a16="http://schemas.microsoft.com/office/drawing/2014/main" id="{E410E884-D585-4181-9553-20489DE4D1A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46341" y="2788670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4" name="Текст 7">
            <a:extLst>
              <a:ext uri="{FF2B5EF4-FFF2-40B4-BE49-F238E27FC236}">
                <a16:creationId xmlns:a16="http://schemas.microsoft.com/office/drawing/2014/main" id="{29E7CE7A-6CDD-4428-AAD7-69DAA98C5DF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76907" y="2788669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45" name="Shape 427">
            <a:extLst>
              <a:ext uri="{FF2B5EF4-FFF2-40B4-BE49-F238E27FC236}">
                <a16:creationId xmlns:a16="http://schemas.microsoft.com/office/drawing/2014/main" id="{DC194DD0-C796-4B11-AEDE-F3B0F472ADF6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79021" y="2788670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A9495FFF-0B9F-48D1-9AC8-0E2C4825814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136155" y="2788669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A0855D12-2B6D-4A6F-948D-F1D9F9343723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863751" y="2788669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48" name="Shape 427">
            <a:extLst>
              <a:ext uri="{FF2B5EF4-FFF2-40B4-BE49-F238E27FC236}">
                <a16:creationId xmlns:a16="http://schemas.microsoft.com/office/drawing/2014/main" id="{A0DF3107-F8E0-43C2-A80A-6C8BA0DDD7E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46341" y="3297312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9" name="Текст 7">
            <a:extLst>
              <a:ext uri="{FF2B5EF4-FFF2-40B4-BE49-F238E27FC236}">
                <a16:creationId xmlns:a16="http://schemas.microsoft.com/office/drawing/2014/main" id="{AB9DF6C0-B464-4AE2-8662-1685867E6C4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076907" y="3297311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50" name="Shape 427">
            <a:extLst>
              <a:ext uri="{FF2B5EF4-FFF2-40B4-BE49-F238E27FC236}">
                <a16:creationId xmlns:a16="http://schemas.microsoft.com/office/drawing/2014/main" id="{6DF5F441-D49F-4EB0-84B8-FED23E27617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79021" y="3297312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1" name="Текст 7">
            <a:extLst>
              <a:ext uri="{FF2B5EF4-FFF2-40B4-BE49-F238E27FC236}">
                <a16:creationId xmlns:a16="http://schemas.microsoft.com/office/drawing/2014/main" id="{A1560C63-8F9F-4CDD-8AB4-B7DD22095E4B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136155" y="3297311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52" name="Текст 7">
            <a:extLst>
              <a:ext uri="{FF2B5EF4-FFF2-40B4-BE49-F238E27FC236}">
                <a16:creationId xmlns:a16="http://schemas.microsoft.com/office/drawing/2014/main" id="{E1DF8665-9F3B-44CE-9857-1186264D323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863751" y="3297311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Additional information</a:t>
            </a:r>
          </a:p>
        </p:txBody>
      </p:sp>
      <p:sp>
        <p:nvSpPr>
          <p:cNvPr id="53" name="Shape 427">
            <a:extLst>
              <a:ext uri="{FF2B5EF4-FFF2-40B4-BE49-F238E27FC236}">
                <a16:creationId xmlns:a16="http://schemas.microsoft.com/office/drawing/2014/main" id="{BCCDACBB-4A63-49F3-AD86-E298211238C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46341" y="380595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54" name="Текст 7">
            <a:extLst>
              <a:ext uri="{FF2B5EF4-FFF2-40B4-BE49-F238E27FC236}">
                <a16:creationId xmlns:a16="http://schemas.microsoft.com/office/drawing/2014/main" id="{3841C805-E3C7-494A-B384-5D9AF3A48084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076907" y="3805953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55" name="Shape 427">
            <a:extLst>
              <a:ext uri="{FF2B5EF4-FFF2-40B4-BE49-F238E27FC236}">
                <a16:creationId xmlns:a16="http://schemas.microsoft.com/office/drawing/2014/main" id="{2A769030-89D5-452C-BA83-7CA07FC5D0EB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379021" y="3805954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6" name="Текст 7">
            <a:extLst>
              <a:ext uri="{FF2B5EF4-FFF2-40B4-BE49-F238E27FC236}">
                <a16:creationId xmlns:a16="http://schemas.microsoft.com/office/drawing/2014/main" id="{49D89E9F-0652-42DA-A6A1-9DA42EA5782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136155" y="3805953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57" name="Текст 7">
            <a:extLst>
              <a:ext uri="{FF2B5EF4-FFF2-40B4-BE49-F238E27FC236}">
                <a16:creationId xmlns:a16="http://schemas.microsoft.com/office/drawing/2014/main" id="{83869A0A-4D67-4EB4-BDB9-A36A7AE0F91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863751" y="3805953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58" name="Shape 427">
            <a:extLst>
              <a:ext uri="{FF2B5EF4-FFF2-40B4-BE49-F238E27FC236}">
                <a16:creationId xmlns:a16="http://schemas.microsoft.com/office/drawing/2014/main" id="{2F1778D8-DE4D-482B-B945-F49BC16CF6E4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46341" y="4314596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59" name="Текст 7">
            <a:extLst>
              <a:ext uri="{FF2B5EF4-FFF2-40B4-BE49-F238E27FC236}">
                <a16:creationId xmlns:a16="http://schemas.microsoft.com/office/drawing/2014/main" id="{70FA8B9B-F395-4814-8A90-7EAB73DAE89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5076907" y="4314595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60" name="Shape 427">
            <a:extLst>
              <a:ext uri="{FF2B5EF4-FFF2-40B4-BE49-F238E27FC236}">
                <a16:creationId xmlns:a16="http://schemas.microsoft.com/office/drawing/2014/main" id="{23781898-2744-47D4-89FA-06414C3BB8B2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379021" y="4314596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1" name="Текст 7">
            <a:extLst>
              <a:ext uri="{FF2B5EF4-FFF2-40B4-BE49-F238E27FC236}">
                <a16:creationId xmlns:a16="http://schemas.microsoft.com/office/drawing/2014/main" id="{DC165653-FACF-43E9-926D-7F5869FF127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136155" y="4314595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62" name="Текст 7">
            <a:extLst>
              <a:ext uri="{FF2B5EF4-FFF2-40B4-BE49-F238E27FC236}">
                <a16:creationId xmlns:a16="http://schemas.microsoft.com/office/drawing/2014/main" id="{7473B5F1-4BEF-47E6-997B-C9C78DA30B8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863751" y="4314595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63" name="Shape 427">
            <a:extLst>
              <a:ext uri="{FF2B5EF4-FFF2-40B4-BE49-F238E27FC236}">
                <a16:creationId xmlns:a16="http://schemas.microsoft.com/office/drawing/2014/main" id="{C756CD6A-E824-46AB-86F4-C4D18687D3F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46341" y="4823238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604D5BC8-1E74-48FB-87B6-CBD3F8DA8516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076907" y="4823237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65" name="Shape 427">
            <a:extLst>
              <a:ext uri="{FF2B5EF4-FFF2-40B4-BE49-F238E27FC236}">
                <a16:creationId xmlns:a16="http://schemas.microsoft.com/office/drawing/2014/main" id="{A48A1A58-7781-43EC-8DD7-C1FFF41BC07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79021" y="4823238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F384482A-6D34-4660-B782-E9E0B3D1D7C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136155" y="4823237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67" name="Текст 7">
            <a:extLst>
              <a:ext uri="{FF2B5EF4-FFF2-40B4-BE49-F238E27FC236}">
                <a16:creationId xmlns:a16="http://schemas.microsoft.com/office/drawing/2014/main" id="{AC8143A6-698F-4233-9663-3FB4CEA52CC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863751" y="4823237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68" name="Shape 427">
            <a:extLst>
              <a:ext uri="{FF2B5EF4-FFF2-40B4-BE49-F238E27FC236}">
                <a16:creationId xmlns:a16="http://schemas.microsoft.com/office/drawing/2014/main" id="{FF9EA3A9-E8AC-40F9-9A6B-736AA171C60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846341" y="5331880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69" name="Текст 7">
            <a:extLst>
              <a:ext uri="{FF2B5EF4-FFF2-40B4-BE49-F238E27FC236}">
                <a16:creationId xmlns:a16="http://schemas.microsoft.com/office/drawing/2014/main" id="{2C0ABC18-3C9C-4A79-B14D-4197933FB23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5076907" y="5331879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70" name="Shape 427">
            <a:extLst>
              <a:ext uri="{FF2B5EF4-FFF2-40B4-BE49-F238E27FC236}">
                <a16:creationId xmlns:a16="http://schemas.microsoft.com/office/drawing/2014/main" id="{DFB11B43-69B7-4144-B92D-B6F0908C4F5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79021" y="5331880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Текст 7">
            <a:extLst>
              <a:ext uri="{FF2B5EF4-FFF2-40B4-BE49-F238E27FC236}">
                <a16:creationId xmlns:a16="http://schemas.microsoft.com/office/drawing/2014/main" id="{F271EB16-B892-4F3A-B72B-0C8463A000F9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136155" y="5331879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72" name="Текст 7">
            <a:extLst>
              <a:ext uri="{FF2B5EF4-FFF2-40B4-BE49-F238E27FC236}">
                <a16:creationId xmlns:a16="http://schemas.microsoft.com/office/drawing/2014/main" id="{FC0DE52D-9D22-4C8D-9761-0B0BA700533F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8863751" y="5331879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73" name="Shape 427">
            <a:extLst>
              <a:ext uri="{FF2B5EF4-FFF2-40B4-BE49-F238E27FC236}">
                <a16:creationId xmlns:a16="http://schemas.microsoft.com/office/drawing/2014/main" id="{728F2880-7F01-488F-9B04-77A5A019CF4F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46341" y="584052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74" name="Текст 7">
            <a:extLst>
              <a:ext uri="{FF2B5EF4-FFF2-40B4-BE49-F238E27FC236}">
                <a16:creationId xmlns:a16="http://schemas.microsoft.com/office/drawing/2014/main" id="{17ECD433-44A6-4AF1-A959-0FB2622F649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5076907" y="5840523"/>
            <a:ext cx="1019093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75" name="Shape 427">
            <a:extLst>
              <a:ext uri="{FF2B5EF4-FFF2-40B4-BE49-F238E27FC236}">
                <a16:creationId xmlns:a16="http://schemas.microsoft.com/office/drawing/2014/main" id="{FBED1C5A-0331-4B44-BDFF-54D59393DB6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379021" y="5840524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5D19449E-B49B-4551-9DB6-5D6038A52CFE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36155" y="5840523"/>
            <a:ext cx="2687441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77" name="Текст 7">
            <a:extLst>
              <a:ext uri="{FF2B5EF4-FFF2-40B4-BE49-F238E27FC236}">
                <a16:creationId xmlns:a16="http://schemas.microsoft.com/office/drawing/2014/main" id="{AE8EB973-7307-4D53-8886-100B4D542E6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863751" y="5840523"/>
            <a:ext cx="2947249" cy="376453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200" b="0" baseline="0">
                <a:solidFill>
                  <a:schemeClr val="bg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Additional information</a:t>
            </a:r>
          </a:p>
        </p:txBody>
      </p:sp>
      <p:sp>
        <p:nvSpPr>
          <p:cNvPr id="78" name="Footer Placeholder 6">
            <a:extLst>
              <a:ext uri="{FF2B5EF4-FFF2-40B4-BE49-F238E27FC236}">
                <a16:creationId xmlns:a16="http://schemas.microsoft.com/office/drawing/2014/main" id="{AC4978DF-FF3B-4BD0-AF26-B722FC917E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79" name="Slide Number Placeholder 9">
            <a:extLst>
              <a:ext uri="{FF2B5EF4-FFF2-40B4-BE49-F238E27FC236}">
                <a16:creationId xmlns:a16="http://schemas.microsoft.com/office/drawing/2014/main" id="{15A65F69-2C73-4253-B568-FD600191459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4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op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25C35BE5-9691-4032-85CD-3FBCEF5AFA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0173" y="6517500"/>
            <a:ext cx="5717232" cy="206327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GB" dirty="0"/>
              <a:t>Copyright © 2020 Accenture. All rights reserved.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4BAC1B-F40D-435D-8FB1-60D31FE52E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89720" y="6517500"/>
            <a:ext cx="385862" cy="206327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hape 922">
            <a:extLst>
              <a:ext uri="{FF2B5EF4-FFF2-40B4-BE49-F238E27FC236}">
                <a16:creationId xmlns:a16="http://schemas.microsoft.com/office/drawing/2014/main" id="{A59AF6F5-1FE6-41F7-B876-C8FA9CF051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0704" y="1342750"/>
            <a:ext cx="10690295" cy="84677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55000"/>
              </a:lnSpc>
              <a:defRPr sz="3598" b="1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8" name="Shape 427">
            <a:extLst>
              <a:ext uri="{FF2B5EF4-FFF2-40B4-BE49-F238E27FC236}">
                <a16:creationId xmlns:a16="http://schemas.microsoft.com/office/drawing/2014/main" id="{64253665-E26D-4C1F-8A05-0B67EC138A9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76170" y="2533833"/>
            <a:ext cx="4230565" cy="375350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1" name="Shape 427">
            <a:extLst>
              <a:ext uri="{FF2B5EF4-FFF2-40B4-BE49-F238E27FC236}">
                <a16:creationId xmlns:a16="http://schemas.microsoft.com/office/drawing/2014/main" id="{B412A677-43B2-4138-89C4-96CD5F49C11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888345" y="2533833"/>
            <a:ext cx="692694" cy="375350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defRPr sz="36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Shape 427">
            <a:extLst>
              <a:ext uri="{FF2B5EF4-FFF2-40B4-BE49-F238E27FC236}">
                <a16:creationId xmlns:a16="http://schemas.microsoft.com/office/drawing/2014/main" id="{403E4040-0168-473D-9730-7BBDF1FC313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76170" y="3206346"/>
            <a:ext cx="4230565" cy="375350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6" name="Shape 427">
            <a:extLst>
              <a:ext uri="{FF2B5EF4-FFF2-40B4-BE49-F238E27FC236}">
                <a16:creationId xmlns:a16="http://schemas.microsoft.com/office/drawing/2014/main" id="{B38D7EF9-FB82-476C-A9E6-5FF9A70D6D9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888345" y="3206346"/>
            <a:ext cx="692693" cy="375350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defRPr sz="36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Shape 427">
            <a:extLst>
              <a:ext uri="{FF2B5EF4-FFF2-40B4-BE49-F238E27FC236}">
                <a16:creationId xmlns:a16="http://schemas.microsoft.com/office/drawing/2014/main" id="{6366E733-C206-4A89-9FB5-31F8E56968E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876170" y="3878859"/>
            <a:ext cx="4230565" cy="375350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8" name="Shape 427">
            <a:extLst>
              <a:ext uri="{FF2B5EF4-FFF2-40B4-BE49-F238E27FC236}">
                <a16:creationId xmlns:a16="http://schemas.microsoft.com/office/drawing/2014/main" id="{002674C7-A553-49B2-81E2-42ACAA9406D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88345" y="3878859"/>
            <a:ext cx="692692" cy="375350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defRPr sz="36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Shape 427">
            <a:extLst>
              <a:ext uri="{FF2B5EF4-FFF2-40B4-BE49-F238E27FC236}">
                <a16:creationId xmlns:a16="http://schemas.microsoft.com/office/drawing/2014/main" id="{905B95E7-18D0-44DF-9B9F-058122C3703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876170" y="4551373"/>
            <a:ext cx="4230565" cy="375350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0" name="Shape 427">
            <a:extLst>
              <a:ext uri="{FF2B5EF4-FFF2-40B4-BE49-F238E27FC236}">
                <a16:creationId xmlns:a16="http://schemas.microsoft.com/office/drawing/2014/main" id="{5E434759-0B7F-4320-937B-A97C550C978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88345" y="4551373"/>
            <a:ext cx="692691" cy="375350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defRPr sz="36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1560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70680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en-GB" dirty="0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16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684716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8687246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5DFCA31-C757-49EA-8715-235DD95423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8943" y="2002736"/>
            <a:ext cx="3037642" cy="98186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600" b="1" i="0" cap="none">
                <a:solidFill>
                  <a:schemeClr val="accent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Insert sub-title minimum font size 16pt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6A0CA2F-5A07-44CF-8AC0-6473F8CBE6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8944" y="3381142"/>
            <a:ext cx="3037642" cy="188045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1200" b="0" i="0" cap="none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7FB5C59-37D8-4186-BC2C-4F9193001B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58378" y="2002736"/>
            <a:ext cx="3037642" cy="98186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600" b="1" i="0" cap="none">
                <a:solidFill>
                  <a:schemeClr val="accent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Insert sub-title minimum font size 16pt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568B2C6-1477-4343-81AF-DD283C6FDB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58379" y="3381142"/>
            <a:ext cx="3037642" cy="188045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1200" b="0" i="0" cap="none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932C101F-827C-4EA9-856F-DD5B526CA60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07813" y="2002736"/>
            <a:ext cx="3037642" cy="98186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600" b="1" i="0" cap="none">
                <a:solidFill>
                  <a:schemeClr val="accent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Insert sub-title minimum font size 16pt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1A31ACB-BD9C-4E03-A4F2-CF8CBA4D29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07814" y="3381142"/>
            <a:ext cx="3037642" cy="188045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1200" b="0" i="0" cap="none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C23796AE-6670-4976-9E89-BDCCAC2A1F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6585CBDE-ED7A-4270-ADD8-99D486F659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098EBD-21B9-4062-AF65-AF74EA199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9153399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Heading 22pt min 16pt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86B0BF5-7382-4297-ADEB-061EA6E6E0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Arial" panose="020B0604020202020204" pitchFamily="34" charset="0"/>
              </a:defRPr>
            </a:lvl1pPr>
          </a:lstStyle>
          <a:p>
            <a:r>
              <a:rPr lang="en-GB" sz="1400" dirty="0">
                <a:latin typeface="Graphik" panose="020B0503030202060203" pitchFamily="34" charset="77"/>
              </a:rPr>
              <a:t>Insert text here max</a:t>
            </a:r>
            <a:br>
              <a:rPr lang="en-GB" sz="1400" dirty="0">
                <a:latin typeface="Graphik" panose="020B0503030202060203" pitchFamily="34" charset="77"/>
              </a:rPr>
            </a:br>
            <a:r>
              <a:rPr lang="en-GB" sz="1400" dirty="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dirty="0" err="1">
                <a:latin typeface="Graphik" panose="020B0503030202060203" pitchFamily="34" charset="77"/>
              </a:rPr>
              <a:t>pt</a:t>
            </a:r>
            <a:r>
              <a:rPr lang="en-GB" sz="1400" dirty="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17AB983-797A-42CC-8901-DBC08B3FE5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Arial" panose="020B0604020202020204" pitchFamily="34" charset="0"/>
              </a:defRPr>
            </a:lvl1pPr>
          </a:lstStyle>
          <a:p>
            <a:r>
              <a:rPr lang="en-GB" sz="1400" dirty="0">
                <a:latin typeface="Graphik" panose="020B0503030202060203" pitchFamily="34" charset="77"/>
              </a:rPr>
              <a:t>Insert text here max</a:t>
            </a:r>
            <a:br>
              <a:rPr lang="en-GB" sz="1400" dirty="0">
                <a:latin typeface="Graphik" panose="020B0503030202060203" pitchFamily="34" charset="77"/>
              </a:rPr>
            </a:br>
            <a:r>
              <a:rPr lang="en-GB" sz="1400" dirty="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dirty="0" err="1">
                <a:latin typeface="Graphik" panose="020B0503030202060203" pitchFamily="34" charset="77"/>
              </a:rPr>
              <a:t>pt</a:t>
            </a:r>
            <a:r>
              <a:rPr lang="en-GB" sz="1400" dirty="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F758EBAF-1117-4C12-915A-D070CFB9C84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Arial" panose="020B0604020202020204" pitchFamily="34" charset="0"/>
              </a:defRPr>
            </a:lvl1pPr>
          </a:lstStyle>
          <a:p>
            <a:r>
              <a:rPr lang="en-GB" sz="1400" dirty="0">
                <a:latin typeface="Graphik" panose="020B0503030202060203" pitchFamily="34" charset="77"/>
              </a:rPr>
              <a:t>Insert text here max</a:t>
            </a:r>
            <a:br>
              <a:rPr lang="en-GB" sz="1400" dirty="0">
                <a:latin typeface="Graphik" panose="020B0503030202060203" pitchFamily="34" charset="77"/>
              </a:rPr>
            </a:br>
            <a:r>
              <a:rPr lang="en-GB" sz="1400" dirty="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dirty="0" err="1">
                <a:latin typeface="Graphik" panose="020B0503030202060203" pitchFamily="34" charset="77"/>
              </a:rPr>
              <a:t>pt</a:t>
            </a:r>
            <a:r>
              <a:rPr lang="en-GB" sz="1400" dirty="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5981BCD2-5816-4880-BE1E-84BC0D8669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Arial" panose="020B0604020202020204" pitchFamily="34" charset="0"/>
              </a:defRPr>
            </a:lvl1pPr>
          </a:lstStyle>
          <a:p>
            <a:r>
              <a:rPr lang="en-GB" sz="1400" dirty="0">
                <a:latin typeface="Graphik" panose="020B0503030202060203" pitchFamily="34" charset="77"/>
              </a:rPr>
              <a:t>Insert text here max</a:t>
            </a:r>
            <a:br>
              <a:rPr lang="en-GB" sz="1400" dirty="0">
                <a:latin typeface="Graphik" panose="020B0503030202060203" pitchFamily="34" charset="77"/>
              </a:rPr>
            </a:br>
            <a:r>
              <a:rPr lang="en-GB" sz="1400" dirty="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dirty="0" err="1">
                <a:latin typeface="Graphik" panose="020B0503030202060203" pitchFamily="34" charset="77"/>
              </a:rPr>
              <a:t>pt</a:t>
            </a:r>
            <a:r>
              <a:rPr lang="en-GB" sz="1400" dirty="0">
                <a:latin typeface="Graphik" panose="020B0503030202060203" pitchFamily="34" charset="77"/>
              </a:rPr>
              <a:t> with paragraph spacing 1.0</a:t>
            </a:r>
          </a:p>
        </p:txBody>
      </p:sp>
    </p:spTree>
    <p:extLst>
      <p:ext uri="{BB962C8B-B14F-4D97-AF65-F5344CB8AC3E}">
        <p14:creationId xmlns:p14="http://schemas.microsoft.com/office/powerpoint/2010/main" val="32508369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 userDrawn="1"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Lorem ipsum dolor sit amet</a:t>
            </a:r>
            <a:endParaRPr lang="en-US" dirty="0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1196623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 userDrawn="1"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526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6346999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457025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s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1703FF2-6725-48D9-9575-DC5999A197F1}"/>
              </a:ext>
            </a:extLst>
          </p:cNvPr>
          <p:cNvSpPr/>
          <p:nvPr userDrawn="1"/>
        </p:nvSpPr>
        <p:spPr>
          <a:xfrm>
            <a:off x="357328" y="2622326"/>
            <a:ext cx="3243693" cy="3553541"/>
          </a:xfrm>
          <a:prstGeom prst="rect">
            <a:avLst/>
          </a:prstGeom>
          <a:solidFill>
            <a:srgbClr val="F2F2F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B733E0-388D-4FA7-B131-40617C8DD8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7328" y="1780965"/>
            <a:ext cx="557430" cy="5236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7FA3A99-AE6A-472F-B6A9-C4B7B22D9697}"/>
              </a:ext>
            </a:extLst>
          </p:cNvPr>
          <p:cNvSpPr/>
          <p:nvPr userDrawn="1"/>
        </p:nvSpPr>
        <p:spPr>
          <a:xfrm>
            <a:off x="4281572" y="2622326"/>
            <a:ext cx="3243693" cy="3553541"/>
          </a:xfrm>
          <a:prstGeom prst="rect">
            <a:avLst/>
          </a:prstGeom>
          <a:solidFill>
            <a:srgbClr val="F2F2F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A44A62-8FE7-4437-A901-1DF6913CFA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1573" y="1780965"/>
            <a:ext cx="557430" cy="52362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A4E9679-620E-41E6-846B-FFCD31C4E8BA}"/>
              </a:ext>
            </a:extLst>
          </p:cNvPr>
          <p:cNvSpPr/>
          <p:nvPr userDrawn="1"/>
        </p:nvSpPr>
        <p:spPr>
          <a:xfrm>
            <a:off x="8205817" y="2622326"/>
            <a:ext cx="3243693" cy="3553541"/>
          </a:xfrm>
          <a:prstGeom prst="rect">
            <a:avLst/>
          </a:prstGeom>
          <a:solidFill>
            <a:srgbClr val="F2F2F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3DB8D1-D372-4A50-86A0-77744DC25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5818" y="1780965"/>
            <a:ext cx="557430" cy="523624"/>
          </a:xfrm>
          <a:prstGeom prst="rect">
            <a:avLst/>
          </a:prstGeom>
        </p:spPr>
      </p:pic>
      <p:sp>
        <p:nvSpPr>
          <p:cNvPr id="5" name="Текст 7">
            <a:extLst>
              <a:ext uri="{FF2B5EF4-FFF2-40B4-BE49-F238E27FC236}">
                <a16:creationId xmlns:a16="http://schemas.microsoft.com/office/drawing/2014/main" id="{786CE6AE-52E3-42E0-8526-5B73F01B072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8614" y="2823079"/>
            <a:ext cx="2861120" cy="2708275"/>
          </a:xfrm>
        </p:spPr>
        <p:txBody>
          <a:bodyPr tIns="0">
            <a:noAutofit/>
          </a:bodyPr>
          <a:lstStyle>
            <a:lvl1pPr algn="l">
              <a:lnSpc>
                <a:spcPct val="100000"/>
              </a:lnSpc>
              <a:defRPr sz="1400" b="0" baseline="0">
                <a:solidFill>
                  <a:schemeClr val="tx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Body text here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09A35F7-46B1-4A70-8662-82AD3EE1FB9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7836" y="2823079"/>
            <a:ext cx="2851166" cy="2708275"/>
          </a:xfrm>
        </p:spPr>
        <p:txBody>
          <a:bodyPr tIns="0">
            <a:noAutofit/>
          </a:bodyPr>
          <a:lstStyle>
            <a:lvl1pPr algn="l">
              <a:lnSpc>
                <a:spcPct val="100000"/>
              </a:lnSpc>
              <a:defRPr sz="1400" b="0" baseline="0">
                <a:solidFill>
                  <a:schemeClr val="tx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Body text here</a:t>
            </a:r>
          </a:p>
        </p:txBody>
      </p:sp>
      <p:sp>
        <p:nvSpPr>
          <p:cNvPr id="9" name="Shape 427">
            <a:extLst>
              <a:ext uri="{FF2B5EF4-FFF2-40B4-BE49-F238E27FC236}">
                <a16:creationId xmlns:a16="http://schemas.microsoft.com/office/drawing/2014/main" id="{BDD7ACE7-8334-4E3D-A30A-5F494F88FD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6854" y="1850242"/>
            <a:ext cx="2879726" cy="54133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en-US" sz="2000" b="1" spc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Caption text here</a:t>
            </a:r>
          </a:p>
        </p:txBody>
      </p:sp>
      <p:sp>
        <p:nvSpPr>
          <p:cNvPr id="10" name="Shape 427">
            <a:extLst>
              <a:ext uri="{FF2B5EF4-FFF2-40B4-BE49-F238E27FC236}">
                <a16:creationId xmlns:a16="http://schemas.microsoft.com/office/drawing/2014/main" id="{0A34310F-7D09-4040-B8C9-90E2A6BBF94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913030" y="1821743"/>
            <a:ext cx="2869771" cy="54133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en-US" sz="2000" b="1" spc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Caption text here</a:t>
            </a:r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4A5A31AA-95E6-42DC-BA94-5D8BA2CD03E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402081" y="2823079"/>
            <a:ext cx="2851166" cy="2708275"/>
          </a:xfrm>
        </p:spPr>
        <p:txBody>
          <a:bodyPr tIns="0">
            <a:noAutofit/>
          </a:bodyPr>
          <a:lstStyle>
            <a:lvl1pPr algn="l">
              <a:lnSpc>
                <a:spcPct val="100000"/>
              </a:lnSpc>
              <a:defRPr sz="1400" b="0" baseline="0">
                <a:solidFill>
                  <a:schemeClr val="tx1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Body text here</a:t>
            </a:r>
          </a:p>
        </p:txBody>
      </p:sp>
      <p:sp>
        <p:nvSpPr>
          <p:cNvPr id="12" name="Shape 427">
            <a:extLst>
              <a:ext uri="{FF2B5EF4-FFF2-40B4-BE49-F238E27FC236}">
                <a16:creationId xmlns:a16="http://schemas.microsoft.com/office/drawing/2014/main" id="{E795A76A-FC14-48D3-A198-D1052167926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37275" y="1821743"/>
            <a:ext cx="2869771" cy="54133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2000" b="1" spc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Caption text here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6295853D-801C-49EA-91CE-C2ABBFDC4D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Footer Placeholder 6">
            <a:extLst>
              <a:ext uri="{FF2B5EF4-FFF2-40B4-BE49-F238E27FC236}">
                <a16:creationId xmlns:a16="http://schemas.microsoft.com/office/drawing/2014/main" id="{C9D8AEFE-F621-4EB4-B884-2B5A4A3E39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C1F3D17-9A4A-4F24-95A9-9B82C7B58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13251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s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A5701AF-8C9A-416C-8C16-F26F74D4E0A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9AF2F80B-FAAB-453C-9BFA-2B88708F5B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7F4055-09B8-4900-9A74-F431CCBCD2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B41F9DC-5DAA-4AC3-B4B1-23B84BB4FA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273" y="2420472"/>
            <a:ext cx="3037642" cy="3743232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000" b="1" i="0" baseline="0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r>
              <a:rPr lang="da-DK" dirty="0"/>
              <a:t>Lorem ipsum dolor sit amet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BBC5943-7E6D-405B-8801-1FDAAD3B3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42391" y="1932766"/>
            <a:ext cx="3037642" cy="4230937"/>
          </a:xfrm>
        </p:spPr>
        <p:txBody>
          <a:bodyPr anchor="t"/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161B609-BE49-4CA3-99A6-2B12D08A3E7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95509" y="1932766"/>
            <a:ext cx="3037642" cy="4230937"/>
          </a:xfrm>
        </p:spPr>
        <p:txBody>
          <a:bodyPr anchor="t"/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6010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with Space for chart 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F69BFA2-96B2-F349-9AA5-A4A9E71ED5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273" y="1949820"/>
            <a:ext cx="3037642" cy="1111022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0"/>
              </a:spcBef>
              <a:defRPr b="1" i="0" baseline="0">
                <a:solidFill>
                  <a:schemeClr val="accent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r>
              <a:rPr lang="en-US" dirty="0"/>
              <a:t>Insert sub-title minimum font size 14pt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A446033-E2D8-1C47-9597-CCC225CD87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274" y="3198307"/>
            <a:ext cx="3037642" cy="3134035"/>
          </a:xfrm>
        </p:spPr>
        <p:txBody>
          <a:bodyPr anchor="t"/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dirty="0"/>
              <a:t>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vel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lacinia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sed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28E1058-8C71-4C72-BF4A-7C17B8AD12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6CF8D26F-BD88-477C-B142-00B4F67C87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7047B39-E238-4B3A-808A-B1741821B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48727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eople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2562" y="2318658"/>
            <a:ext cx="1529950" cy="1529950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F996EC7F-3B94-44CB-95AE-46012470B4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941" y="3965947"/>
            <a:ext cx="2176033" cy="1903709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buNone/>
              <a:defRPr sz="11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89856" y="2318658"/>
            <a:ext cx="1529950" cy="1529950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567150" y="2318658"/>
            <a:ext cx="1529950" cy="1529950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644443" y="2318658"/>
            <a:ext cx="1529950" cy="1529950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3DA2324F-429F-416C-B0E2-0705EF3F3C2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42088" y="3965947"/>
            <a:ext cx="2176033" cy="1903709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buNone/>
              <a:defRPr sz="11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799C281E-986E-4625-8C38-95FE03130DD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25235" y="3965947"/>
            <a:ext cx="2176033" cy="1903709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buNone/>
              <a:defRPr sz="11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8" name="Text Placeholder 41">
            <a:extLst>
              <a:ext uri="{FF2B5EF4-FFF2-40B4-BE49-F238E27FC236}">
                <a16:creationId xmlns:a16="http://schemas.microsoft.com/office/drawing/2014/main" id="{61D8C868-0AFD-4AAE-9BAF-B38463119B1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08383" y="3965947"/>
            <a:ext cx="2176033" cy="1903709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buNone/>
              <a:defRPr sz="11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56513314-C335-4CC2-A0AD-D189C5C3DA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AA78F8B1-6E6E-4360-BB5E-FF0F95B9A6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D620DED-869C-4E4E-A4DA-3AAFA7F69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920ED-AABA-4419-9EE0-CCD983EBCFC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81000" y="1498237"/>
            <a:ext cx="6186150" cy="614174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1170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1931100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eople op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8555" y="1527218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D736B21-FEC6-4C48-8E5F-B3E9F8FC16B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27213" y="1527218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11A794C-A816-487F-9059-D501237AC8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05870" y="1527218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DE110EF0-57DB-4950-8ED4-8D41124F86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48555" y="3847209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BA3B997E-F659-433E-86F4-4B27FA9774B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27213" y="3847209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E2B60B8D-759C-4307-8E36-9168B41888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405870" y="3847209"/>
            <a:ext cx="1538492" cy="1538493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lnSpc>
                <a:spcPct val="100000"/>
              </a:lnSpc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A4B9EC08-5D3D-48F2-9AB1-7770047B54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4265" y="1862117"/>
            <a:ext cx="3390279" cy="4237175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400" b="1" i="0">
                <a:solidFill>
                  <a:schemeClr val="accent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 b="1" i="0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buNone/>
              <a:defRPr sz="1100">
                <a:latin typeface="+mn-lt"/>
              </a:defRPr>
            </a:lvl3pPr>
          </a:lstStyle>
          <a:p>
            <a:pPr lvl="0"/>
            <a:r>
              <a:rPr lang="da-DK" dirty="0"/>
              <a:t>Lorem ipsum dolor sit amet</a:t>
            </a:r>
          </a:p>
          <a:p>
            <a:pPr lvl="1"/>
            <a:r>
              <a:rPr lang="en-US" dirty="0"/>
              <a:t>Lorem ipsum</a:t>
            </a:r>
          </a:p>
          <a:p>
            <a:pPr lvl="2"/>
            <a:r>
              <a:rPr lang="en-US" dirty="0"/>
              <a:t>Second level</a:t>
            </a:r>
          </a:p>
          <a:p>
            <a:pPr lvl="0"/>
            <a:endParaRPr lang="da-DK" dirty="0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2B003F39-F270-46FF-9344-21D69E43DEC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2405" y="3124213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F7F3C36-D76D-4AD6-A0D1-AE7724ABC78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81063" y="3124213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700BEA9C-A81E-4EBD-9878-38A5F510FF6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02405" y="5472565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42F3C0C2-CD86-43D7-A3EA-3DA5FE129C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81063" y="5472565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9A347060-0556-49C6-9D77-CC316C0B07F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123747" y="3124213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51" name="Text Placeholder 41">
            <a:extLst>
              <a:ext uri="{FF2B5EF4-FFF2-40B4-BE49-F238E27FC236}">
                <a16:creationId xmlns:a16="http://schemas.microsoft.com/office/drawing/2014/main" id="{06328224-8C69-4127-AF9B-C5FA3BFE646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23746" y="5472565"/>
            <a:ext cx="2188106" cy="650574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C0ACF71-073D-48C0-999B-6D1CE4AB8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C11DE7B3-2954-471B-8CB9-ED5075A66DBA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36E0E9C-98F9-46E4-BD29-990665ED260E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050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eople op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D747D9D-502C-4961-962D-8C22E948A91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79478" y="1351180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900" b="0" i="0" kern="1200" dirty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7" name="Рисунок 4">
            <a:extLst>
              <a:ext uri="{FF2B5EF4-FFF2-40B4-BE49-F238E27FC236}">
                <a16:creationId xmlns:a16="http://schemas.microsoft.com/office/drawing/2014/main" id="{E67CA658-B2F1-49CE-8A02-915F9688766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440551" y="1351180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9" name="Рисунок 4">
            <a:extLst>
              <a:ext uri="{FF2B5EF4-FFF2-40B4-BE49-F238E27FC236}">
                <a16:creationId xmlns:a16="http://schemas.microsoft.com/office/drawing/2014/main" id="{04953115-F2FF-402D-9F85-6D258B38790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479478" y="3146114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95FBC450-5E0D-45D9-B812-B4466F0322F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440551" y="3146114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cxnSp>
        <p:nvCxnSpPr>
          <p:cNvPr id="8" name="Прямая соединительная линия 67">
            <a:extLst>
              <a:ext uri="{FF2B5EF4-FFF2-40B4-BE49-F238E27FC236}">
                <a16:creationId xmlns:a16="http://schemas.microsoft.com/office/drawing/2014/main" id="{58631369-0E22-4102-BD17-E9D68D58926B}"/>
              </a:ext>
            </a:extLst>
          </p:cNvPr>
          <p:cNvCxnSpPr/>
          <p:nvPr userDrawn="1"/>
        </p:nvCxnSpPr>
        <p:spPr>
          <a:xfrm flipH="1">
            <a:off x="425171" y="2967634"/>
            <a:ext cx="9396304" cy="0"/>
          </a:xfrm>
          <a:prstGeom prst="line">
            <a:avLst/>
          </a:prstGeom>
          <a:ln w="317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24">
            <a:extLst>
              <a:ext uri="{FF2B5EF4-FFF2-40B4-BE49-F238E27FC236}">
                <a16:creationId xmlns:a16="http://schemas.microsoft.com/office/drawing/2014/main" id="{7C1A588F-F227-47DE-BB40-5E65CD7315C9}"/>
              </a:ext>
            </a:extLst>
          </p:cNvPr>
          <p:cNvCxnSpPr/>
          <p:nvPr userDrawn="1"/>
        </p:nvCxnSpPr>
        <p:spPr>
          <a:xfrm flipH="1">
            <a:off x="425171" y="4760123"/>
            <a:ext cx="9396304" cy="0"/>
          </a:xfrm>
          <a:prstGeom prst="line">
            <a:avLst/>
          </a:prstGeom>
          <a:ln w="317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77BB5C53-72EE-41D4-A746-FE9E639A76CF}"/>
              </a:ext>
            </a:extLst>
          </p:cNvPr>
          <p:cNvSpPr>
            <a:spLocks noGrp="1"/>
          </p:cNvSpPr>
          <p:nvPr userDrawn="1">
            <p:ph type="pic" sz="quarter" idx="43" hasCustomPrompt="1"/>
          </p:nvPr>
        </p:nvSpPr>
        <p:spPr>
          <a:xfrm>
            <a:off x="6479478" y="4941047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id="{77C3390F-5916-48B6-B411-70EE15132E71}"/>
              </a:ext>
            </a:extLst>
          </p:cNvPr>
          <p:cNvSpPr>
            <a:spLocks noGrp="1"/>
          </p:cNvSpPr>
          <p:nvPr userDrawn="1">
            <p:ph type="pic" sz="quarter" idx="44" hasCustomPrompt="1"/>
          </p:nvPr>
        </p:nvSpPr>
        <p:spPr>
          <a:xfrm>
            <a:off x="8440551" y="4941047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17" name="Рисунок 4">
            <a:extLst>
              <a:ext uri="{FF2B5EF4-FFF2-40B4-BE49-F238E27FC236}">
                <a16:creationId xmlns:a16="http://schemas.microsoft.com/office/drawing/2014/main" id="{10C1DF2F-D6AE-4549-9938-758CDE6901EF}"/>
              </a:ext>
            </a:extLst>
          </p:cNvPr>
          <p:cNvSpPr>
            <a:spLocks noGrp="1"/>
          </p:cNvSpPr>
          <p:nvPr userDrawn="1">
            <p:ph type="pic" sz="quarter" idx="45" hasCustomPrompt="1"/>
          </p:nvPr>
        </p:nvSpPr>
        <p:spPr>
          <a:xfrm>
            <a:off x="4518404" y="1351180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900" b="0" i="0" kern="1200" dirty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3C2D721C-6D17-4B07-A585-9CCEC2719AC9}"/>
              </a:ext>
            </a:extLst>
          </p:cNvPr>
          <p:cNvSpPr>
            <a:spLocks noGrp="1"/>
          </p:cNvSpPr>
          <p:nvPr userDrawn="1">
            <p:ph type="pic" sz="quarter" idx="46" hasCustomPrompt="1"/>
          </p:nvPr>
        </p:nvSpPr>
        <p:spPr>
          <a:xfrm>
            <a:off x="4518404" y="3146114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765EF9F1-14DC-4275-82F4-77CEB05078F5}"/>
              </a:ext>
            </a:extLst>
          </p:cNvPr>
          <p:cNvSpPr>
            <a:spLocks noGrp="1"/>
          </p:cNvSpPr>
          <p:nvPr userDrawn="1">
            <p:ph type="pic" sz="quarter" idx="47" hasCustomPrompt="1"/>
          </p:nvPr>
        </p:nvSpPr>
        <p:spPr>
          <a:xfrm>
            <a:off x="4518404" y="4941047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AA6E5D5D-8261-49F9-BE1B-4078CE16014F}"/>
              </a:ext>
            </a:extLst>
          </p:cNvPr>
          <p:cNvSpPr>
            <a:spLocks noGrp="1"/>
          </p:cNvSpPr>
          <p:nvPr userDrawn="1">
            <p:ph type="pic" sz="quarter" idx="48" hasCustomPrompt="1"/>
          </p:nvPr>
        </p:nvSpPr>
        <p:spPr>
          <a:xfrm>
            <a:off x="596257" y="1351180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8984E8BC-D700-4C66-8647-E88F7CBF87A1}"/>
              </a:ext>
            </a:extLst>
          </p:cNvPr>
          <p:cNvSpPr>
            <a:spLocks noGrp="1"/>
          </p:cNvSpPr>
          <p:nvPr userDrawn="1">
            <p:ph type="pic" sz="quarter" idx="49" hasCustomPrompt="1"/>
          </p:nvPr>
        </p:nvSpPr>
        <p:spPr>
          <a:xfrm>
            <a:off x="2557330" y="1351180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900" b="0" i="0" kern="1200" dirty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5" name="Рисунок 4">
            <a:extLst>
              <a:ext uri="{FF2B5EF4-FFF2-40B4-BE49-F238E27FC236}">
                <a16:creationId xmlns:a16="http://schemas.microsoft.com/office/drawing/2014/main" id="{A74D8768-8E15-47F1-BCD3-F9A3CE7E0CD3}"/>
              </a:ext>
            </a:extLst>
          </p:cNvPr>
          <p:cNvSpPr>
            <a:spLocks noGrp="1"/>
          </p:cNvSpPr>
          <p:nvPr userDrawn="1">
            <p:ph type="pic" sz="quarter" idx="50" hasCustomPrompt="1"/>
          </p:nvPr>
        </p:nvSpPr>
        <p:spPr>
          <a:xfrm>
            <a:off x="596257" y="3146114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6" name="Рисунок 4">
            <a:extLst>
              <a:ext uri="{FF2B5EF4-FFF2-40B4-BE49-F238E27FC236}">
                <a16:creationId xmlns:a16="http://schemas.microsoft.com/office/drawing/2014/main" id="{E3A9C0C5-AC84-4226-BF8E-9E66ED832371}"/>
              </a:ext>
            </a:extLst>
          </p:cNvPr>
          <p:cNvSpPr>
            <a:spLocks noGrp="1"/>
          </p:cNvSpPr>
          <p:nvPr userDrawn="1">
            <p:ph type="pic" sz="quarter" idx="51" hasCustomPrompt="1"/>
          </p:nvPr>
        </p:nvSpPr>
        <p:spPr>
          <a:xfrm>
            <a:off x="2557330" y="3146114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2EA98901-EED1-457C-B6E9-2BFE85A4E459}"/>
              </a:ext>
            </a:extLst>
          </p:cNvPr>
          <p:cNvSpPr>
            <a:spLocks noGrp="1"/>
          </p:cNvSpPr>
          <p:nvPr userDrawn="1">
            <p:ph type="pic" sz="quarter" idx="52" hasCustomPrompt="1"/>
          </p:nvPr>
        </p:nvSpPr>
        <p:spPr>
          <a:xfrm>
            <a:off x="596257" y="4941047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D276F7D8-B4AE-49DF-88D8-02E350696F48}"/>
              </a:ext>
            </a:extLst>
          </p:cNvPr>
          <p:cNvSpPr>
            <a:spLocks noGrp="1"/>
          </p:cNvSpPr>
          <p:nvPr userDrawn="1">
            <p:ph type="pic" sz="quarter" idx="53" hasCustomPrompt="1"/>
          </p:nvPr>
        </p:nvSpPr>
        <p:spPr>
          <a:xfrm>
            <a:off x="2557330" y="4941047"/>
            <a:ext cx="1047179" cy="1047018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marL="0" marR="0" indent="0" algn="ctr" defTabSz="446979" rtl="0" eaLnBrk="1" fontAlgn="auto" latinLnBrk="0" hangingPunct="1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900" b="0">
                <a:latin typeface="+mn-lt"/>
              </a:defRPr>
            </a:lvl1pPr>
          </a:lstStyle>
          <a:p>
            <a:r>
              <a:rPr lang="en-US"/>
              <a:t>Drop your image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C1BC55-2E49-4327-8208-03A6446F05FF}"/>
              </a:ext>
            </a:extLst>
          </p:cNvPr>
          <p:cNvGrpSpPr/>
          <p:nvPr userDrawn="1"/>
        </p:nvGrpSpPr>
        <p:grpSpPr>
          <a:xfrm>
            <a:off x="2136476" y="1175146"/>
            <a:ext cx="5932126" cy="5385990"/>
            <a:chOff x="2136476" y="1041989"/>
            <a:chExt cx="5932126" cy="5519148"/>
          </a:xfrm>
        </p:grpSpPr>
        <p:cxnSp>
          <p:nvCxnSpPr>
            <p:cNvPr id="6" name="Прямая соединительная линия 62">
              <a:extLst>
                <a:ext uri="{FF2B5EF4-FFF2-40B4-BE49-F238E27FC236}">
                  <a16:creationId xmlns:a16="http://schemas.microsoft.com/office/drawing/2014/main" id="{F8566AF5-A3A4-4CF6-B595-6871C37EE961}"/>
                </a:ext>
              </a:extLst>
            </p:cNvPr>
            <p:cNvCxnSpPr/>
            <p:nvPr userDrawn="1"/>
          </p:nvCxnSpPr>
          <p:spPr>
            <a:xfrm>
              <a:off x="8068602" y="1041989"/>
              <a:ext cx="0" cy="5519148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62">
              <a:extLst>
                <a:ext uri="{FF2B5EF4-FFF2-40B4-BE49-F238E27FC236}">
                  <a16:creationId xmlns:a16="http://schemas.microsoft.com/office/drawing/2014/main" id="{2723DBFA-45F2-4439-B842-858315C3790E}"/>
                </a:ext>
              </a:extLst>
            </p:cNvPr>
            <p:cNvCxnSpPr/>
            <p:nvPr userDrawn="1"/>
          </p:nvCxnSpPr>
          <p:spPr>
            <a:xfrm>
              <a:off x="6091226" y="1041989"/>
              <a:ext cx="0" cy="551914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62">
              <a:extLst>
                <a:ext uri="{FF2B5EF4-FFF2-40B4-BE49-F238E27FC236}">
                  <a16:creationId xmlns:a16="http://schemas.microsoft.com/office/drawing/2014/main" id="{63161646-E3AA-4320-ADE9-FA94094FB8BE}"/>
                </a:ext>
              </a:extLst>
            </p:cNvPr>
            <p:cNvCxnSpPr/>
            <p:nvPr userDrawn="1"/>
          </p:nvCxnSpPr>
          <p:spPr>
            <a:xfrm>
              <a:off x="4113851" y="1041989"/>
              <a:ext cx="0" cy="5519148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62">
              <a:extLst>
                <a:ext uri="{FF2B5EF4-FFF2-40B4-BE49-F238E27FC236}">
                  <a16:creationId xmlns:a16="http://schemas.microsoft.com/office/drawing/2014/main" id="{33F82F2B-FC38-44F0-9A28-348EF17F56DB}"/>
                </a:ext>
              </a:extLst>
            </p:cNvPr>
            <p:cNvCxnSpPr/>
            <p:nvPr userDrawn="1"/>
          </p:nvCxnSpPr>
          <p:spPr>
            <a:xfrm>
              <a:off x="2136476" y="1041989"/>
              <a:ext cx="0" cy="5519148"/>
            </a:xfrm>
            <a:prstGeom prst="line">
              <a:avLst/>
            </a:prstGeom>
            <a:ln w="3175"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Footer Placeholder 6">
            <a:extLst>
              <a:ext uri="{FF2B5EF4-FFF2-40B4-BE49-F238E27FC236}">
                <a16:creationId xmlns:a16="http://schemas.microsoft.com/office/drawing/2014/main" id="{42557432-3AA9-45DC-9AFE-81DBF9C20F68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364369" y="6517500"/>
            <a:ext cx="5717232" cy="206327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GB"/>
              <a:t>Copyright © 2020 Accenture. All rights reserved.</a:t>
            </a:r>
          </a:p>
        </p:txBody>
      </p:sp>
      <p:sp>
        <p:nvSpPr>
          <p:cNvPr id="31" name="Slide Number Placeholder 9">
            <a:extLst>
              <a:ext uri="{FF2B5EF4-FFF2-40B4-BE49-F238E27FC236}">
                <a16:creationId xmlns:a16="http://schemas.microsoft.com/office/drawing/2014/main" id="{A81A90BC-F302-475E-8EF3-4AF195D3F188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11493916" y="6517500"/>
            <a:ext cx="385862" cy="206327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02A1B31-6D83-4120-8918-CA1B916E00C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19F19FAE-5A47-4986-810C-26E86844DF96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596257" y="2453643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 dirty="0"/>
              <a:t>Insert name here</a:t>
            </a:r>
          </a:p>
          <a:p>
            <a:pPr lvl="1"/>
            <a:r>
              <a:rPr lang="en-US" dirty="0"/>
              <a:t>Job title here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9C8018DD-DBD4-4314-BDCF-FF8D36A2D32C}"/>
              </a:ext>
            </a:extLst>
          </p:cNvPr>
          <p:cNvSpPr>
            <a:spLocks noGrp="1"/>
          </p:cNvSpPr>
          <p:nvPr userDrawn="1">
            <p:ph type="body" sz="quarter" idx="55" hasCustomPrompt="1"/>
          </p:nvPr>
        </p:nvSpPr>
        <p:spPr>
          <a:xfrm>
            <a:off x="2557330" y="2453643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203626B8-56AC-400E-B6B6-E56806A9F000}"/>
              </a:ext>
            </a:extLst>
          </p:cNvPr>
          <p:cNvSpPr>
            <a:spLocks noGrp="1"/>
          </p:cNvSpPr>
          <p:nvPr userDrawn="1">
            <p:ph type="body" sz="quarter" idx="56" hasCustomPrompt="1"/>
          </p:nvPr>
        </p:nvSpPr>
        <p:spPr>
          <a:xfrm>
            <a:off x="4518404" y="2453643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BD8F70A7-A266-48D2-B578-D58E0F82C9D1}"/>
              </a:ext>
            </a:extLst>
          </p:cNvPr>
          <p:cNvSpPr>
            <a:spLocks noGrp="1"/>
          </p:cNvSpPr>
          <p:nvPr userDrawn="1">
            <p:ph type="body" sz="quarter" idx="57" hasCustomPrompt="1"/>
          </p:nvPr>
        </p:nvSpPr>
        <p:spPr>
          <a:xfrm>
            <a:off x="6479478" y="2453643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B3510158-278A-4A8E-9290-D79D421B070C}"/>
              </a:ext>
            </a:extLst>
          </p:cNvPr>
          <p:cNvSpPr>
            <a:spLocks noGrp="1"/>
          </p:cNvSpPr>
          <p:nvPr userDrawn="1">
            <p:ph type="body" sz="quarter" idx="58" hasCustomPrompt="1"/>
          </p:nvPr>
        </p:nvSpPr>
        <p:spPr>
          <a:xfrm>
            <a:off x="8440551" y="2453643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B08731FC-01FB-47FD-A613-8FCE3CAF47E6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596257" y="4250115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5EE3525B-83F0-4DA6-A59E-D895069246C8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2557330" y="4250115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5FDCC98-3598-42C1-8D54-CE384DFDAC01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4518404" y="4250115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EA20639-77B6-4218-B121-37C91C822459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6479478" y="4250115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E697D51-4F11-419D-B5EA-11D0133AEC17}"/>
              </a:ext>
            </a:extLst>
          </p:cNvPr>
          <p:cNvSpPr>
            <a:spLocks noGrp="1"/>
          </p:cNvSpPr>
          <p:nvPr userDrawn="1">
            <p:ph type="body" sz="quarter" idx="63" hasCustomPrompt="1"/>
          </p:nvPr>
        </p:nvSpPr>
        <p:spPr>
          <a:xfrm>
            <a:off x="8440551" y="4250115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27C82E68-07B4-446D-8942-A9854051988D}"/>
              </a:ext>
            </a:extLst>
          </p:cNvPr>
          <p:cNvSpPr>
            <a:spLocks noGrp="1"/>
          </p:cNvSpPr>
          <p:nvPr userDrawn="1">
            <p:ph type="body" sz="quarter" idx="64" hasCustomPrompt="1"/>
          </p:nvPr>
        </p:nvSpPr>
        <p:spPr>
          <a:xfrm>
            <a:off x="596257" y="6046586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F2F2DF06-83EA-4511-A6D1-3C9BE317DAA1}"/>
              </a:ext>
            </a:extLst>
          </p:cNvPr>
          <p:cNvSpPr>
            <a:spLocks noGrp="1"/>
          </p:cNvSpPr>
          <p:nvPr userDrawn="1">
            <p:ph type="body" sz="quarter" idx="65" hasCustomPrompt="1"/>
          </p:nvPr>
        </p:nvSpPr>
        <p:spPr>
          <a:xfrm>
            <a:off x="2557330" y="6046586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73D32013-B66F-489E-A456-233EA337E401}"/>
              </a:ext>
            </a:extLst>
          </p:cNvPr>
          <p:cNvSpPr>
            <a:spLocks noGrp="1"/>
          </p:cNvSpPr>
          <p:nvPr userDrawn="1">
            <p:ph type="body" sz="quarter" idx="66" hasCustomPrompt="1"/>
          </p:nvPr>
        </p:nvSpPr>
        <p:spPr>
          <a:xfrm>
            <a:off x="4518404" y="6046586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A4A706FE-AD35-48C1-93D2-CBCD27B1CCB9}"/>
              </a:ext>
            </a:extLst>
          </p:cNvPr>
          <p:cNvSpPr>
            <a:spLocks noGrp="1"/>
          </p:cNvSpPr>
          <p:nvPr userDrawn="1">
            <p:ph type="body" sz="quarter" idx="67" hasCustomPrompt="1"/>
          </p:nvPr>
        </p:nvSpPr>
        <p:spPr>
          <a:xfrm>
            <a:off x="6479478" y="6046586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18715187-C8D5-4EA7-BCED-4B2EB06717A9}"/>
              </a:ext>
            </a:extLst>
          </p:cNvPr>
          <p:cNvSpPr>
            <a:spLocks noGrp="1"/>
          </p:cNvSpPr>
          <p:nvPr userDrawn="1">
            <p:ph type="body" sz="quarter" idx="68" hasCustomPrompt="1"/>
          </p:nvPr>
        </p:nvSpPr>
        <p:spPr>
          <a:xfrm>
            <a:off x="8440551" y="6046586"/>
            <a:ext cx="1496657" cy="351564"/>
          </a:xfrm>
        </p:spPr>
        <p:txBody>
          <a:bodyPr wrap="square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100" b="1" i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19177879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Lorem ipsum dolor sit 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38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88515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Section</a:t>
            </a:r>
            <a:br>
              <a:rPr lang="en-US" dirty="0"/>
            </a:br>
            <a:r>
              <a:rPr lang="en-US" dirty="0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5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932506" y="1460618"/>
            <a:ext cx="6074660" cy="4762500"/>
          </a:xfrm>
          <a:prstGeom prst="rect">
            <a:avLst/>
          </a:prstGeom>
        </p:spPr>
        <p:txBody>
          <a:bodyPr wrap="none" tIns="0" bIns="0" anchor="b">
            <a:normAutofit/>
          </a:bodyPr>
          <a:lstStyle>
            <a:lvl1pPr algn="l">
              <a:lnSpc>
                <a:spcPct val="70000"/>
              </a:lnSpc>
              <a:defRPr sz="42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4A706-CAF8-4982-96A6-39432D8F9A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3726" y="1943101"/>
            <a:ext cx="6467273" cy="3363546"/>
          </a:xfrm>
          <a:prstGeom prst="rect">
            <a:avLst/>
          </a:prstGeom>
        </p:spPr>
        <p:txBody>
          <a:bodyPr tIns="0" bIns="0" anchor="b" anchorCtr="0">
            <a:norm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Headline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27FA2B8-1487-4EA0-8884-C504B3947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3726" y="5408245"/>
            <a:ext cx="6467273" cy="1109785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>
              <a:lnSpc>
                <a:spcPct val="80000"/>
              </a:lnSpc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</a:t>
            </a:r>
            <a:r>
              <a:rPr lang="en-US" dirty="0" err="1"/>
              <a:t>Subheadline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69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1628281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577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515572" y="6537473"/>
            <a:ext cx="317513" cy="200725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 userDrawn="1"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08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F15D8-BE76-4F4A-AF79-F2E80A7E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85D5-AD6F-4FFC-8F17-A369B39FA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39AC-C358-4A2A-B6F0-ABD913B03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DF829-B9A8-418B-A717-6CD31B2039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AF3F8-8A23-407A-9AA7-925F026C6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97543-8EFC-4881-AB58-A570734F5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A3BB-A3C7-4404-BDEA-8D37FC171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2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8897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8D5F54-81F3-40B2-8D27-24C01A8AD4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649" y="3785127"/>
            <a:ext cx="7010399" cy="3971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Chitra Chinnusamy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F605BF5-EA19-4B53-978C-39468612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73528" y="340976"/>
            <a:ext cx="10011307" cy="258775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HP Performance Center</a:t>
            </a:r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4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02A76123-5843-43D5-AB0A-115B209BD7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7812C6EF-0CD0-4E4C-8DF8-AC2DCA20266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8289" y="5638600"/>
            <a:ext cx="1572616" cy="699189"/>
          </a:xfrm>
        </p:spPr>
        <p:txBody>
          <a:bodyPr/>
          <a:lstStyle/>
          <a:p>
            <a:r>
              <a:rPr lang="en-GB" dirty="0"/>
              <a:t>06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F47DB3CD-A35A-4083-8C5D-E31FE8994B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8289" y="1086658"/>
            <a:ext cx="1572616" cy="699189"/>
          </a:xfrm>
        </p:spPr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AEB991B4-0313-4DB7-8EFD-ABFE64B9B91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48289" y="1977058"/>
            <a:ext cx="1572616" cy="699189"/>
          </a:xfrm>
        </p:spPr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3E1503D0-C3D2-4E3B-BE26-4F3950FF2EC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8289" y="2886796"/>
            <a:ext cx="1572616" cy="699189"/>
          </a:xfrm>
        </p:spPr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0D96D642-4F7E-45EA-8878-7ADF6873C3B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48289" y="3810251"/>
            <a:ext cx="1572616" cy="699189"/>
          </a:xfrm>
        </p:spPr>
        <p:txBody>
          <a:bodyPr/>
          <a:lstStyle/>
          <a:p>
            <a:r>
              <a:rPr lang="en-GB" dirty="0"/>
              <a:t>04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4BCC811B-43D8-486B-A271-EB0D10BA7E3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48289" y="4674356"/>
            <a:ext cx="1572616" cy="699189"/>
          </a:xfrm>
        </p:spPr>
        <p:txBody>
          <a:bodyPr/>
          <a:lstStyle/>
          <a:p>
            <a:r>
              <a:rPr lang="en-GB" dirty="0"/>
              <a:t>05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9C625C6-E8AA-48C8-B7A2-C42CBE2AD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841" y="1344493"/>
            <a:ext cx="6169458" cy="729821"/>
          </a:xfrm>
        </p:spPr>
        <p:txBody>
          <a:bodyPr>
            <a:noAutofit/>
          </a:bodyPr>
          <a:lstStyle/>
          <a:p>
            <a:r>
              <a:rPr lang="en-US" sz="2400" b="1" dirty="0"/>
              <a:t>Understanding PC and Advantages over Controller.</a:t>
            </a:r>
          </a:p>
        </p:txBody>
      </p:sp>
      <p:sp>
        <p:nvSpPr>
          <p:cNvPr id="104" name="Footer Placeholder 103">
            <a:extLst>
              <a:ext uri="{FF2B5EF4-FFF2-40B4-BE49-F238E27FC236}">
                <a16:creationId xmlns:a16="http://schemas.microsoft.com/office/drawing/2014/main" id="{8D8B96D4-1353-42CC-889E-5A64FCAF92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429D3-289B-45F0-B457-04E8AACF9F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ED520B1-5C40-49F6-8C6B-440D0A8126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884" y="790376"/>
            <a:ext cx="4042534" cy="6057218"/>
          </a:xfrm>
          <a:prstGeom prst="rect">
            <a:avLst/>
          </a:prstGeom>
        </p:spPr>
      </p:pic>
      <p:sp>
        <p:nvSpPr>
          <p:cNvPr id="52" name="Text Placeholder 62">
            <a:extLst>
              <a:ext uri="{FF2B5EF4-FFF2-40B4-BE49-F238E27FC236}">
                <a16:creationId xmlns:a16="http://schemas.microsoft.com/office/drawing/2014/main" id="{BA390972-0FE0-465B-BC13-FB587E000A35}"/>
              </a:ext>
            </a:extLst>
          </p:cNvPr>
          <p:cNvSpPr txBox="1">
            <a:spLocks/>
          </p:cNvSpPr>
          <p:nvPr/>
        </p:nvSpPr>
        <p:spPr>
          <a:xfrm>
            <a:off x="1581841" y="2270283"/>
            <a:ext cx="6169458" cy="7298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62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PC Overview</a:t>
            </a:r>
          </a:p>
        </p:txBody>
      </p:sp>
      <p:sp>
        <p:nvSpPr>
          <p:cNvPr id="53" name="Text Placeholder 62">
            <a:extLst>
              <a:ext uri="{FF2B5EF4-FFF2-40B4-BE49-F238E27FC236}">
                <a16:creationId xmlns:a16="http://schemas.microsoft.com/office/drawing/2014/main" id="{9C1DB47F-D89C-41FB-80B1-C46008E54560}"/>
              </a:ext>
            </a:extLst>
          </p:cNvPr>
          <p:cNvSpPr txBox="1">
            <a:spLocks/>
          </p:cNvSpPr>
          <p:nvPr/>
        </p:nvSpPr>
        <p:spPr>
          <a:xfrm>
            <a:off x="1565773" y="3175831"/>
            <a:ext cx="6169458" cy="7298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62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Test Plan window overview</a:t>
            </a:r>
          </a:p>
        </p:txBody>
      </p:sp>
      <p:sp>
        <p:nvSpPr>
          <p:cNvPr id="54" name="Text Placeholder 62">
            <a:extLst>
              <a:ext uri="{FF2B5EF4-FFF2-40B4-BE49-F238E27FC236}">
                <a16:creationId xmlns:a16="http://schemas.microsoft.com/office/drawing/2014/main" id="{7A45C380-2C31-4944-AE83-B8745C4C04D0}"/>
              </a:ext>
            </a:extLst>
          </p:cNvPr>
          <p:cNvSpPr txBox="1">
            <a:spLocks/>
          </p:cNvSpPr>
          <p:nvPr/>
        </p:nvSpPr>
        <p:spPr>
          <a:xfrm>
            <a:off x="1565773" y="4072603"/>
            <a:ext cx="6169458" cy="7298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62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Scripts upload and Design Scenario</a:t>
            </a:r>
          </a:p>
        </p:txBody>
      </p:sp>
      <p:sp>
        <p:nvSpPr>
          <p:cNvPr id="55" name="Text Placeholder 62">
            <a:extLst>
              <a:ext uri="{FF2B5EF4-FFF2-40B4-BE49-F238E27FC236}">
                <a16:creationId xmlns:a16="http://schemas.microsoft.com/office/drawing/2014/main" id="{38D8B3B0-6337-4F4B-AA4E-1FB8F380D37C}"/>
              </a:ext>
            </a:extLst>
          </p:cNvPr>
          <p:cNvSpPr txBox="1">
            <a:spLocks/>
          </p:cNvSpPr>
          <p:nvPr/>
        </p:nvSpPr>
        <p:spPr>
          <a:xfrm>
            <a:off x="1565773" y="4950793"/>
            <a:ext cx="6169458" cy="7298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62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/>
            <a:r>
              <a:rPr lang="en-US" sz="2400" b="1" dirty="0"/>
              <a:t>Test Execution &amp; Test Run Window</a:t>
            </a:r>
          </a:p>
        </p:txBody>
      </p:sp>
      <p:sp>
        <p:nvSpPr>
          <p:cNvPr id="56" name="Text Placeholder 62">
            <a:extLst>
              <a:ext uri="{FF2B5EF4-FFF2-40B4-BE49-F238E27FC236}">
                <a16:creationId xmlns:a16="http://schemas.microsoft.com/office/drawing/2014/main" id="{77C001D7-1B5C-414F-8887-DD58785BE27C}"/>
              </a:ext>
            </a:extLst>
          </p:cNvPr>
          <p:cNvSpPr txBox="1">
            <a:spLocks/>
          </p:cNvSpPr>
          <p:nvPr/>
        </p:nvSpPr>
        <p:spPr>
          <a:xfrm>
            <a:off x="1581841" y="5872741"/>
            <a:ext cx="6169458" cy="5712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562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 Regular" panose="020B0503030202060203" pitchFamily="34" charset="0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Controller overview</a:t>
            </a:r>
          </a:p>
        </p:txBody>
      </p:sp>
    </p:spTree>
    <p:extLst>
      <p:ext uri="{BB962C8B-B14F-4D97-AF65-F5344CB8AC3E}">
        <p14:creationId xmlns:p14="http://schemas.microsoft.com/office/powerpoint/2010/main" val="111522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ACA94-D8C8-4F4F-8615-311C9958EA6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99F35-EDF2-478C-86A7-526C5F3428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Load Testing Complete Guide for Beginners">
            <a:extLst>
              <a:ext uri="{FF2B5EF4-FFF2-40B4-BE49-F238E27FC236}">
                <a16:creationId xmlns:a16="http://schemas.microsoft.com/office/drawing/2014/main" id="{0D3F2274-C274-49AC-886A-258E3F425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1114425"/>
            <a:ext cx="6957963" cy="520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ECE2F8AA-2D16-4C59-BF7B-73AF998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</p:spPr>
        <p:txBody>
          <a:bodyPr>
            <a:normAutofit/>
          </a:bodyPr>
          <a:lstStyle/>
          <a:p>
            <a:r>
              <a:rPr lang="en-US" sz="3400" dirty="0"/>
              <a:t>HP Performance Center</a:t>
            </a:r>
            <a:endParaRPr lang="en-GB" sz="3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8559F-2E2C-4946-A249-CA6A8188AFDC}"/>
              </a:ext>
            </a:extLst>
          </p:cNvPr>
          <p:cNvSpPr txBox="1"/>
          <p:nvPr/>
        </p:nvSpPr>
        <p:spPr>
          <a:xfrm>
            <a:off x="433388" y="1152525"/>
            <a:ext cx="4419649" cy="423192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+mj-lt"/>
              </a:rPr>
              <a:t>Role of HP performance Center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b="1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Simulating real user behavior for the application under test.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Designing the different kind of scenarios for testing the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Viewing the live user experience in addition also the application behavior.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Collating the virtual users (</a:t>
            </a:r>
            <a:r>
              <a:rPr lang="en-US" sz="1600" dirty="0" err="1"/>
              <a:t>vusers</a:t>
            </a:r>
            <a:r>
              <a:rPr lang="en-US" sz="1600" dirty="0"/>
              <a:t>) experience i.e. generating the raw results files.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717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Performance Center, Difference &amp; Benefits</a:t>
            </a:r>
            <a:endParaRPr lang="en-GB" sz="3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6B7C2-0896-4E0A-8792-982B8F81CD5B}"/>
              </a:ext>
            </a:extLst>
          </p:cNvPr>
          <p:cNvSpPr txBox="1"/>
          <p:nvPr/>
        </p:nvSpPr>
        <p:spPr>
          <a:xfrm>
            <a:off x="381000" y="965390"/>
            <a:ext cx="10788748" cy="201593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+mj-lt"/>
              </a:rPr>
              <a:t>What is Performance Center ?</a:t>
            </a:r>
          </a:p>
          <a:p>
            <a:pPr>
              <a:buFont typeface="Wingdings" pitchFamily="2" charset="2"/>
              <a:buChar char="q"/>
            </a:pPr>
            <a:endParaRPr lang="en-IN" sz="500" dirty="0"/>
          </a:p>
          <a:p>
            <a:pPr>
              <a:buFont typeface="Wingdings" pitchFamily="2" charset="2"/>
              <a:buChar char="q"/>
            </a:pPr>
            <a:r>
              <a:rPr lang="en-IN" sz="1400" dirty="0"/>
              <a:t> </a:t>
            </a:r>
            <a:r>
              <a:rPr lang="en-IN" sz="1600" dirty="0"/>
              <a:t>web-enabled performance testing tool designed to simulate a real time scenario for the application under test. </a:t>
            </a:r>
          </a:p>
          <a:p>
            <a:endParaRPr lang="en-IN" sz="300" dirty="0"/>
          </a:p>
          <a:p>
            <a:pPr>
              <a:buFont typeface="Wingdings" pitchFamily="2" charset="2"/>
              <a:buChar char="q"/>
            </a:pPr>
            <a:r>
              <a:rPr lang="en-IN" sz="1600" dirty="0"/>
              <a:t> </a:t>
            </a:r>
            <a:r>
              <a:rPr lang="en-IN" sz="1600" b="1" dirty="0"/>
              <a:t>Few examples:</a:t>
            </a:r>
            <a:r>
              <a:rPr lang="en-IN" sz="1600" dirty="0"/>
              <a:t>- </a:t>
            </a:r>
          </a:p>
          <a:p>
            <a:pPr lvl="1"/>
            <a:r>
              <a:rPr lang="en-IN" sz="1600" dirty="0"/>
              <a:t>to simulate a 1000 users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performing fund transfer action multiple times on Net Banking</a:t>
            </a:r>
            <a:endParaRPr lang="en-IN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400" dirty="0"/>
              <a:t>Booking tickets via Railway ticket booking portal.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400" dirty="0"/>
              <a:t>Buying products over ecommerce website during sales season.</a:t>
            </a:r>
            <a:endParaRPr lang="en-IN" sz="1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BBC45C-3DDD-46DF-8ACF-B5D37CA97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09802"/>
              </p:ext>
            </p:extLst>
          </p:nvPr>
        </p:nvGraphicFramePr>
        <p:xfrm>
          <a:off x="575014" y="3594125"/>
          <a:ext cx="8822204" cy="287688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11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2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Performance</a:t>
                      </a:r>
                      <a:r>
                        <a:rPr lang="en-IN" sz="1400" baseline="0" dirty="0"/>
                        <a:t> Center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IN" sz="1400" dirty="0"/>
                        <a:t>stand-alone component of LR,</a:t>
                      </a:r>
                      <a:r>
                        <a:rPr lang="en-IN" sz="1400" baseline="0" dirty="0"/>
                        <a:t> require dedicated resources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web-based platform,</a:t>
                      </a:r>
                      <a:r>
                        <a:rPr lang="en-IN" sz="1400" baseline="0" dirty="0"/>
                        <a:t> globally accessible, 24x7 availability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170">
                <a:tc>
                  <a:txBody>
                    <a:bodyPr/>
                    <a:lstStyle/>
                    <a:p>
                      <a:r>
                        <a:rPr lang="en-IN" sz="1400" dirty="0"/>
                        <a:t>Can execute only 1</a:t>
                      </a:r>
                      <a:r>
                        <a:rPr lang="en-IN" sz="1400" baseline="0" dirty="0"/>
                        <a:t> test at a time.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Can execute multiple tests at the same time simultaneously</a:t>
                      </a:r>
                      <a:r>
                        <a:rPr lang="en-IN" sz="1400" baseline="0" dirty="0"/>
                        <a:t> (based on resource availability)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32">
                <a:tc>
                  <a:txBody>
                    <a:bodyPr/>
                    <a:lstStyle/>
                    <a:p>
                      <a:r>
                        <a:rPr lang="en-IN" sz="1400" dirty="0"/>
                        <a:t>High dependency on host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Independent</a:t>
                      </a:r>
                      <a:r>
                        <a:rPr lang="en-IN" sz="1400" baseline="0" dirty="0"/>
                        <a:t> of host machine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IN" sz="1400" dirty="0"/>
                        <a:t>Licenses and resources</a:t>
                      </a:r>
                      <a:r>
                        <a:rPr lang="en-IN" sz="1400" baseline="0" dirty="0"/>
                        <a:t> are distributes across various projects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Licenses and resources are consolidated into one central, easily accessible 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IN" sz="1400" dirty="0"/>
                        <a:t>Poor</a:t>
                      </a:r>
                      <a:r>
                        <a:rPr lang="en-IN" sz="1400" baseline="0" dirty="0"/>
                        <a:t> visibility of what a performance tester is doing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Better visibility of what a performance tester is doing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BD56AE6-C5BD-4070-85FF-ABCAD1384A6E}"/>
              </a:ext>
            </a:extLst>
          </p:cNvPr>
          <p:cNvSpPr txBox="1"/>
          <p:nvPr/>
        </p:nvSpPr>
        <p:spPr>
          <a:xfrm>
            <a:off x="381000" y="3148326"/>
            <a:ext cx="7086600" cy="41549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+mj-lt"/>
              </a:rPr>
              <a:t>LR Controller v/s Performance </a:t>
            </a:r>
            <a:r>
              <a:rPr lang="en-IN" sz="2400" b="1" dirty="0" err="1">
                <a:solidFill>
                  <a:schemeClr val="accent1"/>
                </a:solidFill>
                <a:latin typeface="+mj-lt"/>
              </a:rPr>
              <a:t>Center</a:t>
            </a:r>
            <a:endParaRPr lang="en-IN" sz="24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735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847C415-81ED-42AC-98F2-F8CF754D7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2" y="427154"/>
            <a:ext cx="10614712" cy="5963687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</p:spPr>
        <p:txBody>
          <a:bodyPr>
            <a:normAutofit/>
          </a:bodyPr>
          <a:lstStyle/>
          <a:p>
            <a:r>
              <a:rPr lang="en-US" sz="3400" dirty="0"/>
              <a:t>Performance Center, Difference &amp; Benefits</a:t>
            </a:r>
            <a:endParaRPr lang="en-GB" sz="3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1AB73-3B09-4E47-9543-A0A6F66B44C2}"/>
              </a:ext>
            </a:extLst>
          </p:cNvPr>
          <p:cNvSpPr txBox="1"/>
          <p:nvPr/>
        </p:nvSpPr>
        <p:spPr>
          <a:xfrm>
            <a:off x="5472332" y="1272252"/>
            <a:ext cx="6033870" cy="4107086"/>
          </a:xfrm>
          <a:prstGeom prst="rect">
            <a:avLst/>
          </a:prstGeom>
          <a:noFill/>
          <a:ln w="19050">
            <a:solidFill>
              <a:srgbClr val="7500C0"/>
            </a:solidFill>
          </a:ln>
          <a:effectLst>
            <a:softEdge rad="317500"/>
          </a:effectLst>
        </p:spPr>
        <p:txBody>
          <a:bodyPr wrap="square" lIns="0" tIns="0" rIns="0" bIns="45720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+mj-lt"/>
              </a:rPr>
              <a:t>Key Features and Benefits</a:t>
            </a:r>
          </a:p>
          <a:p>
            <a:endParaRPr lang="en-IN" sz="1600" b="1" u="sng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1600" dirty="0"/>
              <a:t>Lowers the cost of distributed load testing by providing a solution that can be accessed via the Web, providing 24x7 access to a shared testing infrastructure.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600" dirty="0"/>
              <a:t>Centralized pooling of license, resources and storage of test results 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1600" dirty="0"/>
              <a:t>Provides project-level visibility and collaborative working environment to all members of an application team.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600" dirty="0"/>
              <a:t>Only 1 installation to maintain for the latest version / patch level.</a:t>
            </a:r>
            <a:endParaRPr lang="en-IN" sz="16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332381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8CFDE4C-8C02-4DF8-87CA-9B0DB385E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932" y="1141241"/>
            <a:ext cx="5400000" cy="48797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PC Login page</a:t>
            </a:r>
          </a:p>
          <a:p>
            <a:pPr lvl="2"/>
            <a:r>
              <a:rPr lang="en-IN" dirty="0"/>
              <a:t>Enter the credentials and project details</a:t>
            </a:r>
            <a:endParaRPr lang="en-GB" dirty="0"/>
          </a:p>
          <a:p>
            <a:pPr lvl="2"/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B3F8511-6A78-4ABC-92CE-EDB4AAAEC99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5216141" y="1305868"/>
            <a:ext cx="6706801" cy="5086529"/>
          </a:xfrm>
        </p:spPr>
        <p:txBody>
          <a:bodyPr/>
          <a:lstStyle/>
          <a:p>
            <a:r>
              <a:rPr lang="en-GB" dirty="0"/>
              <a:t>Post Login page</a:t>
            </a:r>
          </a:p>
          <a:p>
            <a:pPr lvl="2"/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- Overview</a:t>
            </a:r>
            <a:endParaRPr lang="en-GB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BC54CEF-5C0A-41A2-AED5-549F7244C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268" y="2124504"/>
            <a:ext cx="4599931" cy="358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93A8511-D2F0-45BC-8D33-E6FD0A373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0550" y="1823910"/>
            <a:ext cx="6594858" cy="4498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406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– Test Plan Window Overview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FC1A38-F802-4F0D-BE88-BBB169C6F8D0}"/>
              </a:ext>
            </a:extLst>
          </p:cNvPr>
          <p:cNvGrpSpPr/>
          <p:nvPr/>
        </p:nvGrpSpPr>
        <p:grpSpPr>
          <a:xfrm>
            <a:off x="331962" y="1364265"/>
            <a:ext cx="8384109" cy="5112733"/>
            <a:chOff x="580270" y="1315516"/>
            <a:chExt cx="8849479" cy="469952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F5F17F-C31E-41A5-A415-6612856C3DF0}"/>
                </a:ext>
              </a:extLst>
            </p:cNvPr>
            <p:cNvSpPr txBox="1"/>
            <p:nvPr/>
          </p:nvSpPr>
          <p:spPr>
            <a:xfrm>
              <a:off x="791633" y="1961104"/>
              <a:ext cx="1100673" cy="41549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1. Create folder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2C5230-AF9B-4454-8BDF-1626325D8156}"/>
                </a:ext>
              </a:extLst>
            </p:cNvPr>
            <p:cNvSpPr txBox="1"/>
            <p:nvPr/>
          </p:nvSpPr>
          <p:spPr>
            <a:xfrm>
              <a:off x="580270" y="2402800"/>
              <a:ext cx="1588255" cy="41549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3. Create Test scenario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A7E349-BA8B-42AE-BB6F-21EC79CEE2B0}"/>
                </a:ext>
              </a:extLst>
            </p:cNvPr>
            <p:cNvSpPr txBox="1"/>
            <p:nvPr/>
          </p:nvSpPr>
          <p:spPr>
            <a:xfrm>
              <a:off x="1047750" y="1459461"/>
              <a:ext cx="1254125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2. Upload scripts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4E4E7E-4796-4F2F-8B4B-C658B9799089}"/>
                </a:ext>
              </a:extLst>
            </p:cNvPr>
            <p:cNvSpPr txBox="1"/>
            <p:nvPr/>
          </p:nvSpPr>
          <p:spPr>
            <a:xfrm>
              <a:off x="3000556" y="1315516"/>
              <a:ext cx="818968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4. Delete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666BD3-C573-44C0-A2B6-FCC41C7DB1F2}"/>
                </a:ext>
              </a:extLst>
            </p:cNvPr>
            <p:cNvSpPr txBox="1"/>
            <p:nvPr/>
          </p:nvSpPr>
          <p:spPr>
            <a:xfrm>
              <a:off x="4057832" y="1409700"/>
              <a:ext cx="936442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5. Refresh</a:t>
              </a:r>
            </a:p>
          </p:txBody>
        </p:sp>
        <p:pic>
          <p:nvPicPr>
            <p:cNvPr id="19" name="Picture 3">
              <a:extLst>
                <a:ext uri="{FF2B5EF4-FFF2-40B4-BE49-F238E27FC236}">
                  <a16:creationId xmlns:a16="http://schemas.microsoft.com/office/drawing/2014/main" id="{63DCC93B-3212-4696-89A6-94FB0CBC2C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90774" y="1795463"/>
              <a:ext cx="7038975" cy="421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0BD45A-5C3A-4F4A-9D5B-3C5A08AA74AB}"/>
                </a:ext>
              </a:extLst>
            </p:cNvPr>
            <p:cNvCxnSpPr/>
            <p:nvPr/>
          </p:nvCxnSpPr>
          <p:spPr>
            <a:xfrm flipV="1">
              <a:off x="1892306" y="2089688"/>
              <a:ext cx="550315" cy="26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8">
              <a:extLst>
                <a:ext uri="{FF2B5EF4-FFF2-40B4-BE49-F238E27FC236}">
                  <a16:creationId xmlns:a16="http://schemas.microsoft.com/office/drawing/2014/main" id="{1280858D-5212-4780-8565-96509FC0B494}"/>
                </a:ext>
              </a:extLst>
            </p:cNvPr>
            <p:cNvGrpSpPr/>
            <p:nvPr/>
          </p:nvGrpSpPr>
          <p:grpSpPr>
            <a:xfrm>
              <a:off x="2139950" y="2155834"/>
              <a:ext cx="595843" cy="347133"/>
              <a:chOff x="2206625" y="2108200"/>
              <a:chExt cx="595843" cy="3471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5392B12-0F6A-4123-BFE1-B36194A75F33}"/>
                  </a:ext>
                </a:extLst>
              </p:cNvPr>
              <p:cNvCxnSpPr/>
              <p:nvPr/>
            </p:nvCxnSpPr>
            <p:spPr>
              <a:xfrm>
                <a:off x="2206625" y="2442007"/>
                <a:ext cx="488950" cy="590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E10E11B-3DFC-476F-B065-AD61176CAFB4}"/>
                  </a:ext>
                </a:extLst>
              </p:cNvPr>
              <p:cNvCxnSpPr/>
              <p:nvPr/>
            </p:nvCxnSpPr>
            <p:spPr>
              <a:xfrm rot="5400000" flipH="1" flipV="1">
                <a:off x="2578101" y="2230967"/>
                <a:ext cx="347133" cy="1016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79D0B30-4B4A-4CFE-A36C-2EDEA721FF0C}"/>
                </a:ext>
              </a:extLst>
            </p:cNvPr>
            <p:cNvCxnSpPr/>
            <p:nvPr/>
          </p:nvCxnSpPr>
          <p:spPr>
            <a:xfrm rot="5400000">
              <a:off x="3259668" y="1772830"/>
              <a:ext cx="434852" cy="9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48">
              <a:extLst>
                <a:ext uri="{FF2B5EF4-FFF2-40B4-BE49-F238E27FC236}">
                  <a16:creationId xmlns:a16="http://schemas.microsoft.com/office/drawing/2014/main" id="{4190CD79-0A6F-4F41-A1EE-FDE816C3733D}"/>
                </a:ext>
              </a:extLst>
            </p:cNvPr>
            <p:cNvGrpSpPr/>
            <p:nvPr/>
          </p:nvGrpSpPr>
          <p:grpSpPr>
            <a:xfrm>
              <a:off x="2305692" y="1556832"/>
              <a:ext cx="588833" cy="485554"/>
              <a:chOff x="2391417" y="1680657"/>
              <a:chExt cx="588833" cy="485554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9EF0A95-D997-471C-966D-E04D67AE55A6}"/>
                  </a:ext>
                </a:extLst>
              </p:cNvPr>
              <p:cNvCxnSpPr/>
              <p:nvPr/>
            </p:nvCxnSpPr>
            <p:spPr>
              <a:xfrm rot="16200000" flipH="1">
                <a:off x="2589990" y="1775951"/>
                <a:ext cx="475740" cy="30478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473F139-F08E-40A4-A7DC-472F19AABAB3}"/>
                  </a:ext>
                </a:extLst>
              </p:cNvPr>
              <p:cNvCxnSpPr/>
              <p:nvPr/>
            </p:nvCxnSpPr>
            <p:spPr>
              <a:xfrm rot="10800000">
                <a:off x="2391417" y="1680657"/>
                <a:ext cx="292517" cy="4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D1063BF-20E4-41FC-8326-14DB35F93ED9}"/>
                </a:ext>
              </a:extLst>
            </p:cNvPr>
            <p:cNvCxnSpPr/>
            <p:nvPr/>
          </p:nvCxnSpPr>
          <p:spPr>
            <a:xfrm rot="5400000">
              <a:off x="3733524" y="1649148"/>
              <a:ext cx="354024" cy="3132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525A6F1-6336-440E-99C8-7CABFADA5676}"/>
              </a:ext>
            </a:extLst>
          </p:cNvPr>
          <p:cNvSpPr txBox="1">
            <a:spLocks/>
          </p:cNvSpPr>
          <p:nvPr/>
        </p:nvSpPr>
        <p:spPr>
          <a:xfrm>
            <a:off x="8819026" y="1765267"/>
            <a:ext cx="3138217" cy="43519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Create </a:t>
            </a:r>
            <a:r>
              <a:rPr lang="en-IN" sz="1600" dirty="0">
                <a:solidFill>
                  <a:schemeClr val="tx1"/>
                </a:solidFill>
              </a:rPr>
              <a:t>–</a:t>
            </a:r>
            <a:r>
              <a:rPr lang="en-IN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IN" sz="1600" b="0" dirty="0">
                <a:solidFill>
                  <a:schemeClr val="tx1"/>
                </a:solidFill>
                <a:latin typeface="+mn-lt"/>
              </a:rPr>
              <a:t>to create folder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Upload scripts – </a:t>
            </a:r>
            <a:r>
              <a:rPr lang="en-IN" sz="1600" b="0" dirty="0">
                <a:solidFill>
                  <a:schemeClr val="tx1"/>
                </a:solidFill>
                <a:latin typeface="+mn-lt"/>
              </a:rPr>
              <a:t>to upload newly created scripts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Create Test </a:t>
            </a:r>
            <a:r>
              <a:rPr lang="en-IN" sz="1600" b="0" dirty="0">
                <a:solidFill>
                  <a:schemeClr val="tx1"/>
                </a:solidFill>
                <a:latin typeface="+mn-lt"/>
              </a:rPr>
              <a:t>– to create new scenario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Delete </a:t>
            </a:r>
            <a:r>
              <a:rPr lang="en-IN" sz="1600" b="0" dirty="0">
                <a:solidFill>
                  <a:schemeClr val="tx1"/>
                </a:solidFill>
                <a:latin typeface="+mn-lt"/>
              </a:rPr>
              <a:t>– to delete script/scenario/folder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Refresh </a:t>
            </a:r>
            <a:r>
              <a:rPr lang="en-IN" sz="1600" b="0" dirty="0">
                <a:solidFill>
                  <a:schemeClr val="tx1"/>
                </a:solidFill>
                <a:latin typeface="+mn-lt"/>
              </a:rPr>
              <a:t>– to refresh the tree structure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472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– Script upload &amp; Design Scenario</a:t>
            </a:r>
            <a:endParaRPr lang="en-GB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4EDF5B40-5C97-4444-9346-755DC3F14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748" y="1207347"/>
            <a:ext cx="5400000" cy="1144548"/>
          </a:xfrm>
        </p:spPr>
        <p:txBody>
          <a:bodyPr/>
          <a:lstStyle/>
          <a:p>
            <a:r>
              <a:rPr lang="en-GB" dirty="0"/>
              <a:t>After Clicking on upload button</a:t>
            </a:r>
          </a:p>
          <a:p>
            <a:pPr lvl="2"/>
            <a:r>
              <a:rPr lang="en-IN" dirty="0"/>
              <a:t>Scripts should be uploaded in *.zip format</a:t>
            </a:r>
            <a:endParaRPr lang="en-GB" dirty="0"/>
          </a:p>
          <a:p>
            <a:pPr lvl="2"/>
            <a:r>
              <a:rPr lang="en-IN" dirty="0"/>
              <a:t>5 scripts can be uploaded at a time.</a:t>
            </a:r>
            <a:endParaRPr lang="en-GB" dirty="0"/>
          </a:p>
        </p:txBody>
      </p:sp>
      <p:pic>
        <p:nvPicPr>
          <p:cNvPr id="33" name="Picture 2" descr="C:\Users\mukesh\Desktop\Upload script.png">
            <a:extLst>
              <a:ext uri="{FF2B5EF4-FFF2-40B4-BE49-F238E27FC236}">
                <a16:creationId xmlns:a16="http://schemas.microsoft.com/office/drawing/2014/main" id="{2755B2B0-42C4-4B53-B01D-BBEE5C10A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311" y="2351894"/>
            <a:ext cx="4252684" cy="4125104"/>
          </a:xfrm>
          <a:prstGeom prst="rect">
            <a:avLst/>
          </a:prstGeom>
          <a:noFill/>
        </p:spPr>
      </p:pic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EBD5DBEA-85BE-45AA-85C8-CB7A31A166A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006284" y="1218378"/>
            <a:ext cx="5824665" cy="52586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After clicking Create test scenario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After clicking on OK, select the test scenario, click on the Design -&gt; Edit Test button in the right pane. This will open the test scenario window to design the scenario</a:t>
            </a:r>
          </a:p>
        </p:txBody>
      </p:sp>
      <p:pic>
        <p:nvPicPr>
          <p:cNvPr id="35" name="Picture 3">
            <a:extLst>
              <a:ext uri="{FF2B5EF4-FFF2-40B4-BE49-F238E27FC236}">
                <a16:creationId xmlns:a16="http://schemas.microsoft.com/office/drawing/2014/main" id="{8E467642-4DC9-4F3D-BF12-9557252BF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590827"/>
            <a:ext cx="5545457" cy="370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3261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– Script upload &amp; Design Scenario</a:t>
            </a:r>
            <a:endParaRPr lang="en-GB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4EDF5B40-5C97-4444-9346-755DC3F14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207346"/>
            <a:ext cx="5400000" cy="4284279"/>
          </a:xfrm>
        </p:spPr>
        <p:txBody>
          <a:bodyPr/>
          <a:lstStyle/>
          <a:p>
            <a:r>
              <a:rPr lang="en-GB" dirty="0"/>
              <a:t>Test scenario window</a:t>
            </a:r>
          </a:p>
          <a:p>
            <a:pPr marL="0" lvl="2" indent="0">
              <a:buNone/>
            </a:pP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A06105-4E0A-4C00-9746-A1677B623485}"/>
              </a:ext>
            </a:extLst>
          </p:cNvPr>
          <p:cNvGrpSpPr/>
          <p:nvPr/>
        </p:nvGrpSpPr>
        <p:grpSpPr>
          <a:xfrm>
            <a:off x="884997" y="1610667"/>
            <a:ext cx="8647734" cy="4661940"/>
            <a:chOff x="1666875" y="1100083"/>
            <a:chExt cx="8647734" cy="4661940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10C4398-C271-4937-9E5A-9C35DB56EC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219450" y="1100083"/>
              <a:ext cx="6111874" cy="4661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DABDD0-687C-49BE-BFF0-3832A8D73282}"/>
                </a:ext>
              </a:extLst>
            </p:cNvPr>
            <p:cNvGrpSpPr/>
            <p:nvPr/>
          </p:nvGrpSpPr>
          <p:grpSpPr>
            <a:xfrm>
              <a:off x="1838325" y="1555750"/>
              <a:ext cx="1971675" cy="230832"/>
              <a:chOff x="1838325" y="1555750"/>
              <a:chExt cx="1971675" cy="230832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14090BA-93F9-4B59-80B5-77B8DA498D1E}"/>
                  </a:ext>
                </a:extLst>
              </p:cNvPr>
              <p:cNvCxnSpPr/>
              <p:nvPr/>
            </p:nvCxnSpPr>
            <p:spPr>
              <a:xfrm>
                <a:off x="2965450" y="1651000"/>
                <a:ext cx="844550" cy="635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2CCD46A-6F6C-42CB-93AF-AF17F67B682B}"/>
                  </a:ext>
                </a:extLst>
              </p:cNvPr>
              <p:cNvSpPr txBox="1"/>
              <p:nvPr/>
            </p:nvSpPr>
            <p:spPr>
              <a:xfrm>
                <a:off x="1838325" y="1555750"/>
                <a:ext cx="1136650" cy="230832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txBody>
              <a:bodyPr wrap="square" lIns="0" tIns="0" rIns="0" bIns="45720" rtlCol="0">
                <a:spAutoFit/>
              </a:bodyPr>
              <a:lstStyle/>
              <a:p>
                <a:pPr algn="ctr"/>
                <a:r>
                  <a:rPr lang="en-IN" sz="1200" dirty="0"/>
                  <a:t>Scenario name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4970A9-357B-471F-A1E1-42BF20BF14A5}"/>
                </a:ext>
              </a:extLst>
            </p:cNvPr>
            <p:cNvSpPr txBox="1"/>
            <p:nvPr/>
          </p:nvSpPr>
          <p:spPr>
            <a:xfrm>
              <a:off x="1847850" y="2044700"/>
              <a:ext cx="1276350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 time setting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96D4A5-8129-40D6-9051-460D010143B4}"/>
                </a:ext>
              </a:extLst>
            </p:cNvPr>
            <p:cNvCxnSpPr/>
            <p:nvPr/>
          </p:nvCxnSpPr>
          <p:spPr>
            <a:xfrm>
              <a:off x="3130550" y="2130425"/>
              <a:ext cx="806450" cy="95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79BCBA3-8996-4D05-B709-280DDAF7AB23}"/>
                </a:ext>
              </a:extLst>
            </p:cNvPr>
            <p:cNvCxnSpPr>
              <a:cxnSpLocks/>
            </p:cNvCxnSpPr>
            <p:nvPr/>
          </p:nvCxnSpPr>
          <p:spPr>
            <a:xfrm>
              <a:off x="3923506" y="2145665"/>
              <a:ext cx="0" cy="1703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0D2339-43BA-45BC-BE0F-6A38E3F04F0F}"/>
                </a:ext>
              </a:extLst>
            </p:cNvPr>
            <p:cNvSpPr txBox="1"/>
            <p:nvPr/>
          </p:nvSpPr>
          <p:spPr>
            <a:xfrm>
              <a:off x="1666875" y="4724400"/>
              <a:ext cx="1115671" cy="60016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Ramp-up,</a:t>
              </a:r>
            </a:p>
            <a:p>
              <a:pPr algn="ctr"/>
              <a:r>
                <a:rPr lang="en-IN" sz="1200" dirty="0"/>
                <a:t>steady state, ramp down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82E2F5F3-507C-4543-8168-0CF1EC8A2F0A}"/>
                </a:ext>
              </a:extLst>
            </p:cNvPr>
            <p:cNvSpPr/>
            <p:nvPr/>
          </p:nvSpPr>
          <p:spPr>
            <a:xfrm>
              <a:off x="2851150" y="4394200"/>
              <a:ext cx="330200" cy="1231900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FADB805-E930-4E96-B50C-8BA91C19B4D3}"/>
                </a:ext>
              </a:extLst>
            </p:cNvPr>
            <p:cNvCxnSpPr/>
            <p:nvPr/>
          </p:nvCxnSpPr>
          <p:spPr>
            <a:xfrm>
              <a:off x="2701925" y="2790825"/>
              <a:ext cx="565150" cy="63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858C5F-D6DA-4CD2-AADC-38FE22B972F3}"/>
                </a:ext>
              </a:extLst>
            </p:cNvPr>
            <p:cNvSpPr txBox="1"/>
            <p:nvPr/>
          </p:nvSpPr>
          <p:spPr>
            <a:xfrm>
              <a:off x="2076450" y="2695575"/>
              <a:ext cx="663575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9050">
              <a:noFill/>
            </a:ln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script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B963FA5-585D-47F3-B8EB-A60ED8AF0D29}"/>
                </a:ext>
              </a:extLst>
            </p:cNvPr>
            <p:cNvCxnSpPr/>
            <p:nvPr/>
          </p:nvCxnSpPr>
          <p:spPr>
            <a:xfrm rot="10800000">
              <a:off x="8267702" y="2819400"/>
              <a:ext cx="1619248" cy="1588"/>
            </a:xfrm>
            <a:prstGeom prst="straightConnector1">
              <a:avLst/>
            </a:prstGeom>
            <a:ln w="19050"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0F3CF3-014D-4E5E-9C88-1FC4A3159FC8}"/>
                </a:ext>
              </a:extLst>
            </p:cNvPr>
            <p:cNvSpPr txBox="1"/>
            <p:nvPr/>
          </p:nvSpPr>
          <p:spPr>
            <a:xfrm>
              <a:off x="9381159" y="2639209"/>
              <a:ext cx="933450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9050">
              <a:noFill/>
            </a:ln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Select LG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AA9DBB8-E58A-4CB1-A11B-FA2D5C6602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9827" y="2315368"/>
              <a:ext cx="3585406" cy="277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BF6814C-5314-46AC-B58F-2C892E9C52A5}"/>
                </a:ext>
              </a:extLst>
            </p:cNvPr>
            <p:cNvCxnSpPr/>
            <p:nvPr/>
          </p:nvCxnSpPr>
          <p:spPr>
            <a:xfrm rot="5400000">
              <a:off x="9648614" y="2477535"/>
              <a:ext cx="352425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121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– Test Execution &amp; Test Run Window</a:t>
            </a:r>
            <a:endParaRPr lang="en-GB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FC2C9F-BCC3-4815-BA86-76FC67901B31}"/>
              </a:ext>
            </a:extLst>
          </p:cNvPr>
          <p:cNvGrpSpPr/>
          <p:nvPr/>
        </p:nvGrpSpPr>
        <p:grpSpPr>
          <a:xfrm>
            <a:off x="1139687" y="1602801"/>
            <a:ext cx="9236765" cy="4778820"/>
            <a:chOff x="828676" y="1144158"/>
            <a:chExt cx="9972674" cy="4599252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7F1EED5-2B2E-4277-A79C-8D7B0FB4B7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33700" y="1144158"/>
              <a:ext cx="6043613" cy="4513691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E47428E-1663-4660-A053-A9870244D7CB}"/>
                </a:ext>
              </a:extLst>
            </p:cNvPr>
            <p:cNvCxnSpPr/>
            <p:nvPr/>
          </p:nvCxnSpPr>
          <p:spPr>
            <a:xfrm>
              <a:off x="2400300" y="3924300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A99535-02E2-41A6-A2EA-39B0C0857230}"/>
                </a:ext>
              </a:extLst>
            </p:cNvPr>
            <p:cNvSpPr txBox="1"/>
            <p:nvPr/>
          </p:nvSpPr>
          <p:spPr>
            <a:xfrm>
              <a:off x="1076326" y="3724274"/>
              <a:ext cx="1304926" cy="5776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Run-time Monitors display window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1E5CFEE-51B3-4B64-BE10-0882C618CB65}"/>
                </a:ext>
              </a:extLst>
            </p:cNvPr>
            <p:cNvCxnSpPr/>
            <p:nvPr/>
          </p:nvCxnSpPr>
          <p:spPr>
            <a:xfrm>
              <a:off x="2381250" y="5448300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DCDEBA5-F08C-4F51-A53E-7EB20C9B9D6F}"/>
                </a:ext>
              </a:extLst>
            </p:cNvPr>
            <p:cNvSpPr txBox="1"/>
            <p:nvPr/>
          </p:nvSpPr>
          <p:spPr>
            <a:xfrm>
              <a:off x="1371599" y="5343525"/>
              <a:ext cx="1038226" cy="39988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Response time 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F2962D1-0EF0-43A4-9EAB-3D37B038091D}"/>
                </a:ext>
              </a:extLst>
            </p:cNvPr>
            <p:cNvCxnSpPr/>
            <p:nvPr/>
          </p:nvCxnSpPr>
          <p:spPr>
            <a:xfrm>
              <a:off x="2390775" y="1524000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A98A57-C485-4195-9D77-D8F5F2CF11AE}"/>
                </a:ext>
              </a:extLst>
            </p:cNvPr>
            <p:cNvSpPr txBox="1"/>
            <p:nvPr/>
          </p:nvSpPr>
          <p:spPr>
            <a:xfrm>
              <a:off x="1381124" y="1419225"/>
              <a:ext cx="1028701" cy="2132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Vusers’ status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B69FA56-4494-4347-9C61-5AA8B628B050}"/>
                </a:ext>
              </a:extLst>
            </p:cNvPr>
            <p:cNvSpPr txBox="1"/>
            <p:nvPr/>
          </p:nvSpPr>
          <p:spPr>
            <a:xfrm>
              <a:off x="1019175" y="1762125"/>
              <a:ext cx="1381125" cy="2132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Transaction status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AC1606-4411-4557-BBA1-2EE05F0A681C}"/>
                </a:ext>
              </a:extLst>
            </p:cNvPr>
            <p:cNvCxnSpPr/>
            <p:nvPr/>
          </p:nvCxnSpPr>
          <p:spPr>
            <a:xfrm rot="5400000" flipH="1" flipV="1">
              <a:off x="3481388" y="1719264"/>
              <a:ext cx="342898" cy="95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7D994FF-7293-48CA-A3D4-0313A7945067}"/>
                </a:ext>
              </a:extLst>
            </p:cNvPr>
            <p:cNvCxnSpPr>
              <a:stCxn id="37" idx="3"/>
            </p:cNvCxnSpPr>
            <p:nvPr/>
          </p:nvCxnSpPr>
          <p:spPr>
            <a:xfrm>
              <a:off x="2400299" y="1868755"/>
              <a:ext cx="1257301" cy="171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5D7F93-2718-4A60-AC4E-6CC1FFC78650}"/>
                </a:ext>
              </a:extLst>
            </p:cNvPr>
            <p:cNvSpPr txBox="1"/>
            <p:nvPr/>
          </p:nvSpPr>
          <p:spPr>
            <a:xfrm>
              <a:off x="828676" y="2247900"/>
              <a:ext cx="1571626" cy="38387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Info / Warning / error</a:t>
              </a:r>
            </a:p>
            <a:p>
              <a:pPr algn="ctr"/>
              <a:r>
                <a:rPr lang="en-IN" sz="1200" dirty="0"/>
                <a:t>messages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A6193D7-5971-4E9D-9EC9-AD2542CE494B}"/>
                </a:ext>
              </a:extLst>
            </p:cNvPr>
            <p:cNvCxnSpPr/>
            <p:nvPr/>
          </p:nvCxnSpPr>
          <p:spPr>
            <a:xfrm rot="5400000" flipH="1" flipV="1">
              <a:off x="3843341" y="1966916"/>
              <a:ext cx="800097" cy="95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FD4D22C-78F2-48FC-9A5A-D6FF8FC46240}"/>
                </a:ext>
              </a:extLst>
            </p:cNvPr>
            <p:cNvCxnSpPr/>
            <p:nvPr/>
          </p:nvCxnSpPr>
          <p:spPr>
            <a:xfrm flipV="1">
              <a:off x="2400301" y="2362200"/>
              <a:ext cx="1847849" cy="106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A049BE2-9C53-4701-B34F-98E466BB731F}"/>
                </a:ext>
              </a:extLst>
            </p:cNvPr>
            <p:cNvCxnSpPr/>
            <p:nvPr/>
          </p:nvCxnSpPr>
          <p:spPr>
            <a:xfrm rot="10800000">
              <a:off x="8791575" y="2028825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D6100CE-0012-492E-BAAD-438E9E15DEFC}"/>
                </a:ext>
              </a:extLst>
            </p:cNvPr>
            <p:cNvSpPr txBox="1"/>
            <p:nvPr/>
          </p:nvSpPr>
          <p:spPr>
            <a:xfrm>
              <a:off x="9353549" y="1895474"/>
              <a:ext cx="1133476" cy="21326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 Summary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39B0F09-F1ED-4AE2-BDE8-907495E7ED80}"/>
                </a:ext>
              </a:extLst>
            </p:cNvPr>
            <p:cNvCxnSpPr/>
            <p:nvPr/>
          </p:nvCxnSpPr>
          <p:spPr>
            <a:xfrm rot="10800000">
              <a:off x="8848725" y="3819525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00341A9-552E-482F-8DA0-B4C042D85054}"/>
                </a:ext>
              </a:extLst>
            </p:cNvPr>
            <p:cNvSpPr txBox="1"/>
            <p:nvPr/>
          </p:nvSpPr>
          <p:spPr>
            <a:xfrm>
              <a:off x="9410698" y="3619499"/>
              <a:ext cx="1390652" cy="38387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Different monitoring graphs</a:t>
              </a:r>
            </a:p>
          </p:txBody>
        </p:sp>
      </p:grp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FDF89D5B-7695-42C5-BEE1-AB4B06A95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048322"/>
            <a:ext cx="5400000" cy="4284279"/>
          </a:xfrm>
        </p:spPr>
        <p:txBody>
          <a:bodyPr/>
          <a:lstStyle/>
          <a:p>
            <a:r>
              <a:rPr lang="en-GB" dirty="0"/>
              <a:t>Test Execution Window</a:t>
            </a:r>
          </a:p>
          <a:p>
            <a:pPr marL="0" lvl="2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89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– Test Execution &amp; Test Run Window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007687D-2467-47D6-A1B0-1BC556A531BA}"/>
              </a:ext>
            </a:extLst>
          </p:cNvPr>
          <p:cNvSpPr txBox="1">
            <a:spLocks/>
          </p:cNvSpPr>
          <p:nvPr/>
        </p:nvSpPr>
        <p:spPr>
          <a:xfrm>
            <a:off x="366932" y="1008721"/>
            <a:ext cx="8034946" cy="48797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Test Run Window</a:t>
            </a:r>
          </a:p>
          <a:p>
            <a:pPr lvl="2"/>
            <a:r>
              <a:rPr lang="en-IN" dirty="0"/>
              <a:t>Each test executed in PC have a unique Run ID generated.</a:t>
            </a:r>
          </a:p>
          <a:p>
            <a:pPr lvl="2"/>
            <a:r>
              <a:rPr lang="en-IN" dirty="0"/>
              <a:t>After the test completion, results needs to be collated (if not collated automatically).</a:t>
            </a:r>
          </a:p>
          <a:p>
            <a:pPr lvl="2"/>
            <a:r>
              <a:rPr lang="en-IN" dirty="0"/>
              <a:t>Download the results and open in LR Analysis </a:t>
            </a:r>
          </a:p>
          <a:p>
            <a:pPr lvl="2"/>
            <a:endParaRPr lang="en-GB" dirty="0"/>
          </a:p>
          <a:p>
            <a:pPr lvl="2"/>
            <a:endParaRPr lang="en-GB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088BE2-7BA8-4429-96FE-82EA0C78EA6A}"/>
              </a:ext>
            </a:extLst>
          </p:cNvPr>
          <p:cNvGrpSpPr/>
          <p:nvPr/>
        </p:nvGrpSpPr>
        <p:grpSpPr>
          <a:xfrm>
            <a:off x="1429579" y="2697012"/>
            <a:ext cx="9321800" cy="3573885"/>
            <a:chOff x="2171700" y="2233189"/>
            <a:chExt cx="9321800" cy="3573885"/>
          </a:xfrm>
        </p:grpSpPr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1AABD95E-F551-40F3-8E3E-7D4B53ADC8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67100" y="2233189"/>
              <a:ext cx="8026400" cy="35738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64E82AF-454E-4352-B45A-1E87212A3FF5}"/>
                </a:ext>
              </a:extLst>
            </p:cNvPr>
            <p:cNvGrpSpPr/>
            <p:nvPr/>
          </p:nvGrpSpPr>
          <p:grpSpPr>
            <a:xfrm>
              <a:off x="2171700" y="4638675"/>
              <a:ext cx="3314700" cy="230832"/>
              <a:chOff x="1743075" y="4400550"/>
              <a:chExt cx="3314700" cy="230832"/>
            </a:xfrm>
            <a:solidFill>
              <a:srgbClr val="5F0095"/>
            </a:solidFill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9CC020A6-8FC4-43EC-A1E2-EBCDCA4E540D}"/>
                  </a:ext>
                </a:extLst>
              </p:cNvPr>
              <p:cNvCxnSpPr/>
              <p:nvPr/>
            </p:nvCxnSpPr>
            <p:spPr>
              <a:xfrm flipV="1">
                <a:off x="2790825" y="4495800"/>
                <a:ext cx="2266950" cy="9526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8A1274B-096A-44F2-BB3C-380B72CB77E6}"/>
                  </a:ext>
                </a:extLst>
              </p:cNvPr>
              <p:cNvSpPr txBox="1"/>
              <p:nvPr/>
            </p:nvSpPr>
            <p:spPr>
              <a:xfrm>
                <a:off x="1743075" y="4400550"/>
                <a:ext cx="1095375" cy="230832"/>
              </a:xfrm>
              <a:prstGeom prst="rect">
                <a:avLst/>
              </a:prstGeom>
              <a:grpFill/>
            </p:spPr>
            <p:txBody>
              <a:bodyPr wrap="square" lIns="0" tIns="0" rIns="0" bIns="45720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</a:rPr>
                  <a:t>Collate result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18FA23C-749C-4706-BD54-E7642A8D32EB}"/>
                </a:ext>
              </a:extLst>
            </p:cNvPr>
            <p:cNvGrpSpPr/>
            <p:nvPr/>
          </p:nvGrpSpPr>
          <p:grpSpPr>
            <a:xfrm>
              <a:off x="7296150" y="4657725"/>
              <a:ext cx="2447925" cy="230832"/>
              <a:chOff x="-895350" y="4419600"/>
              <a:chExt cx="3420025" cy="230832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F6EEADB2-0DA8-40F4-97E1-2549EB52AE96}"/>
                  </a:ext>
                </a:extLst>
              </p:cNvPr>
              <p:cNvCxnSpPr/>
              <p:nvPr/>
            </p:nvCxnSpPr>
            <p:spPr>
              <a:xfrm rot="10800000">
                <a:off x="-895350" y="4505325"/>
                <a:ext cx="2286000" cy="95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D9DE67E-E9BD-4A03-9F53-72AF7979112C}"/>
                  </a:ext>
                </a:extLst>
              </p:cNvPr>
              <p:cNvSpPr txBox="1"/>
              <p:nvPr/>
            </p:nvSpPr>
            <p:spPr>
              <a:xfrm>
                <a:off x="1233848" y="4419600"/>
                <a:ext cx="1290827" cy="230832"/>
              </a:xfrm>
              <a:prstGeom prst="rect">
                <a:avLst/>
              </a:prstGeom>
              <a:solidFill>
                <a:srgbClr val="5F0095"/>
              </a:solidFill>
            </p:spPr>
            <p:txBody>
              <a:bodyPr wrap="square" lIns="0" tIns="0" rIns="0" bIns="45720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</a:rPr>
                  <a:t>Download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167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Overview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007687D-2467-47D6-A1B0-1BC556A531BA}"/>
              </a:ext>
            </a:extLst>
          </p:cNvPr>
          <p:cNvSpPr txBox="1">
            <a:spLocks/>
          </p:cNvSpPr>
          <p:nvPr/>
        </p:nvSpPr>
        <p:spPr>
          <a:xfrm>
            <a:off x="381000" y="1148158"/>
            <a:ext cx="5714999" cy="48797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r>
              <a:rPr lang="en-IN" sz="2400" dirty="0">
                <a:solidFill>
                  <a:schemeClr val="accent1"/>
                </a:solidFill>
                <a:latin typeface="+mj-lt"/>
              </a:rPr>
              <a:t>Creating LoadRunner Scenario</a:t>
            </a:r>
          </a:p>
          <a:p>
            <a:pPr marL="0" lvl="2" indent="0">
              <a:buNone/>
            </a:pPr>
            <a:endParaRPr lang="en-IN" sz="800" dirty="0">
              <a:solidFill>
                <a:schemeClr val="accent1"/>
              </a:solidFill>
              <a:latin typeface="+mj-lt"/>
            </a:endParaRPr>
          </a:p>
          <a:p>
            <a:pPr lvl="2"/>
            <a:r>
              <a:rPr lang="en-IN" dirty="0"/>
              <a:t>Select the scripts =&gt; click Add</a:t>
            </a:r>
          </a:p>
          <a:p>
            <a:pPr lvl="2"/>
            <a:endParaRPr lang="en-GB" dirty="0"/>
          </a:p>
          <a:p>
            <a:pPr lvl="2"/>
            <a:endParaRPr lang="en-GB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CD76550B-5AE4-4C05-85B1-1C6D8A86A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0090" y="2170836"/>
            <a:ext cx="5032513" cy="4053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646356BD-D60B-46D8-82C9-FFB308C53382}"/>
              </a:ext>
            </a:extLst>
          </p:cNvPr>
          <p:cNvSpPr txBox="1">
            <a:spLocks/>
          </p:cNvSpPr>
          <p:nvPr/>
        </p:nvSpPr>
        <p:spPr>
          <a:xfrm>
            <a:off x="6745360" y="1763480"/>
            <a:ext cx="6838119" cy="48797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IN" dirty="0"/>
              <a:t> Test Scenario window</a:t>
            </a:r>
          </a:p>
          <a:p>
            <a:pPr lvl="2"/>
            <a:endParaRPr lang="en-GB" dirty="0"/>
          </a:p>
          <a:p>
            <a:pPr lvl="2"/>
            <a:endParaRPr lang="en-GB" dirty="0"/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2F318898-1C62-432F-80E3-D111B8A4C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6375" y="2258424"/>
            <a:ext cx="5434626" cy="3861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ight Arrow 12">
            <a:extLst>
              <a:ext uri="{FF2B5EF4-FFF2-40B4-BE49-F238E27FC236}">
                <a16:creationId xmlns:a16="http://schemas.microsoft.com/office/drawing/2014/main" id="{077D86EF-E8E3-4CD0-89A2-4DE5AB518DE8}"/>
              </a:ext>
            </a:extLst>
          </p:cNvPr>
          <p:cNvSpPr/>
          <p:nvPr/>
        </p:nvSpPr>
        <p:spPr>
          <a:xfrm>
            <a:off x="5567016" y="3956432"/>
            <a:ext cx="812799" cy="482600"/>
          </a:xfrm>
          <a:prstGeom prst="rightArrow">
            <a:avLst/>
          </a:prstGeom>
          <a:solidFill>
            <a:srgbClr val="5F0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Click Ok</a:t>
            </a:r>
          </a:p>
        </p:txBody>
      </p:sp>
    </p:spTree>
    <p:extLst>
      <p:ext uri="{BB962C8B-B14F-4D97-AF65-F5344CB8AC3E}">
        <p14:creationId xmlns:p14="http://schemas.microsoft.com/office/powerpoint/2010/main" val="777998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Overview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007687D-2467-47D6-A1B0-1BC556A531BA}"/>
              </a:ext>
            </a:extLst>
          </p:cNvPr>
          <p:cNvSpPr txBox="1">
            <a:spLocks/>
          </p:cNvSpPr>
          <p:nvPr/>
        </p:nvSpPr>
        <p:spPr>
          <a:xfrm>
            <a:off x="381000" y="883119"/>
            <a:ext cx="5714999" cy="130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Scenario Group</a:t>
            </a:r>
          </a:p>
          <a:p>
            <a:pPr marL="0" lvl="2" indent="0">
              <a:buNone/>
            </a:pPr>
            <a:endParaRPr lang="en-IN" sz="800" dirty="0">
              <a:solidFill>
                <a:schemeClr val="accent1"/>
              </a:solidFill>
              <a:latin typeface="+mj-lt"/>
            </a:endParaRPr>
          </a:p>
          <a:p>
            <a:pPr marL="0" lvl="2" indent="0">
              <a:buNone/>
            </a:pPr>
            <a:endParaRPr lang="en-GB" dirty="0"/>
          </a:p>
          <a:p>
            <a:pPr lvl="2"/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867EB0-2EC3-4181-A32A-F402048D7B5F}"/>
              </a:ext>
            </a:extLst>
          </p:cNvPr>
          <p:cNvGrpSpPr/>
          <p:nvPr/>
        </p:nvGrpSpPr>
        <p:grpSpPr>
          <a:xfrm>
            <a:off x="1645845" y="1373467"/>
            <a:ext cx="9612178" cy="2183857"/>
            <a:chOff x="897652" y="1038399"/>
            <a:chExt cx="10689084" cy="248849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C65F062D-7A0D-47E6-8596-4DD78BAD56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90615" y="1617134"/>
              <a:ext cx="8022326" cy="190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C8A95D6-705B-41E0-BD2A-C4D1FD409C76}"/>
                </a:ext>
              </a:extLst>
            </p:cNvPr>
            <p:cNvCxnSpPr/>
            <p:nvPr/>
          </p:nvCxnSpPr>
          <p:spPr>
            <a:xfrm>
              <a:off x="1939636" y="1835727"/>
              <a:ext cx="495235" cy="115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0623B1-4CAB-493A-904C-AECBB521443C}"/>
                </a:ext>
              </a:extLst>
            </p:cNvPr>
            <p:cNvSpPr txBox="1"/>
            <p:nvPr/>
          </p:nvSpPr>
          <p:spPr>
            <a:xfrm>
              <a:off x="1651961" y="2594592"/>
              <a:ext cx="557451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257D75F-57D0-4B27-A3AA-7A21767AA45A}"/>
                </a:ext>
              </a:extLst>
            </p:cNvPr>
            <p:cNvCxnSpPr/>
            <p:nvPr/>
          </p:nvCxnSpPr>
          <p:spPr>
            <a:xfrm rot="5400000">
              <a:off x="1559636" y="2203939"/>
              <a:ext cx="757299" cy="26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BE36553-2403-4A4C-9AC7-4E90030141CE}"/>
                </a:ext>
              </a:extLst>
            </p:cNvPr>
            <p:cNvGrpSpPr/>
            <p:nvPr/>
          </p:nvGrpSpPr>
          <p:grpSpPr>
            <a:xfrm>
              <a:off x="1928468" y="1574799"/>
              <a:ext cx="712473" cy="219075"/>
              <a:chOff x="1928468" y="1574799"/>
              <a:chExt cx="712473" cy="219075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F0A2663-783B-4078-AC28-498D658374F2}"/>
                  </a:ext>
                </a:extLst>
              </p:cNvPr>
              <p:cNvCxnSpPr/>
              <p:nvPr/>
            </p:nvCxnSpPr>
            <p:spPr>
              <a:xfrm rot="16200000" flipH="1">
                <a:off x="2522222" y="1684017"/>
                <a:ext cx="219074" cy="63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489C394-96E1-4838-A216-73BA98E25B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28468" y="1574799"/>
                <a:ext cx="71247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DBC55A-EFC2-4B00-BCEE-2E7C3FC11C33}"/>
                </a:ext>
              </a:extLst>
            </p:cNvPr>
            <p:cNvSpPr txBox="1"/>
            <p:nvPr/>
          </p:nvSpPr>
          <p:spPr>
            <a:xfrm>
              <a:off x="897652" y="1464122"/>
              <a:ext cx="1045483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Vuser status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E507E2-918C-4094-8B6B-0CF84EA3D9AD}"/>
                </a:ext>
              </a:extLst>
            </p:cNvPr>
            <p:cNvSpPr txBox="1"/>
            <p:nvPr/>
          </p:nvSpPr>
          <p:spPr>
            <a:xfrm>
              <a:off x="1015261" y="1125405"/>
              <a:ext cx="1504876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Add/remove group</a:t>
              </a:r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20D22CCA-5FB9-4EA5-8EDB-8D8E046F5340}"/>
                </a:ext>
              </a:extLst>
            </p:cNvPr>
            <p:cNvSpPr/>
            <p:nvPr/>
          </p:nvSpPr>
          <p:spPr>
            <a:xfrm rot="5400000">
              <a:off x="2782715" y="1594505"/>
              <a:ext cx="174008" cy="279777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E16FF44-17AE-4D5E-AF0F-0A13BE8FDAB4}"/>
                </a:ext>
              </a:extLst>
            </p:cNvPr>
            <p:cNvCxnSpPr/>
            <p:nvPr/>
          </p:nvCxnSpPr>
          <p:spPr>
            <a:xfrm rot="10800000" flipV="1">
              <a:off x="10119824" y="2171232"/>
              <a:ext cx="590116" cy="55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4DF751-A41D-4F73-8A1D-21731F2B207D}"/>
                </a:ext>
              </a:extLst>
            </p:cNvPr>
            <p:cNvSpPr txBox="1"/>
            <p:nvPr/>
          </p:nvSpPr>
          <p:spPr>
            <a:xfrm>
              <a:off x="10698890" y="2024465"/>
              <a:ext cx="887846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Select LG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7D58D1-31B0-44FD-97A6-7ACF83933380}"/>
                </a:ext>
              </a:extLst>
            </p:cNvPr>
            <p:cNvGrpSpPr/>
            <p:nvPr/>
          </p:nvGrpSpPr>
          <p:grpSpPr>
            <a:xfrm>
              <a:off x="2520136" y="1256922"/>
              <a:ext cx="352705" cy="391044"/>
              <a:chOff x="2520136" y="1256922"/>
              <a:chExt cx="352705" cy="39104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760E13D-836E-4E5F-9895-DE67990ABA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66022" y="1264922"/>
                <a:ext cx="6819" cy="38304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1A6A2B7-B576-411C-88B8-2F16324B7D64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2520136" y="1256922"/>
                <a:ext cx="346692" cy="2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EFF79F5-B5D7-4F59-A239-F302ECC24551}"/>
                </a:ext>
              </a:extLst>
            </p:cNvPr>
            <p:cNvSpPr txBox="1"/>
            <p:nvPr/>
          </p:nvSpPr>
          <p:spPr>
            <a:xfrm>
              <a:off x="3338833" y="1038399"/>
              <a:ext cx="1491718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 time setting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3119A6E-D7EC-4306-9B1F-ADFF7A035B95}"/>
                </a:ext>
              </a:extLst>
            </p:cNvPr>
            <p:cNvGrpSpPr/>
            <p:nvPr/>
          </p:nvGrpSpPr>
          <p:grpSpPr>
            <a:xfrm>
              <a:off x="3081852" y="1198418"/>
              <a:ext cx="256981" cy="584662"/>
              <a:chOff x="3081852" y="1198418"/>
              <a:chExt cx="256981" cy="584662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CD7EF8B-09BA-46DF-B7DE-0C717F91D84D}"/>
                  </a:ext>
                </a:extLst>
              </p:cNvPr>
              <p:cNvCxnSpPr/>
              <p:nvPr/>
            </p:nvCxnSpPr>
            <p:spPr>
              <a:xfrm rot="5400000">
                <a:off x="2796771" y="1490287"/>
                <a:ext cx="584662" cy="9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065AB53-7F9C-4B2A-8560-2EFEAB9F8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1852" y="1201693"/>
                <a:ext cx="25698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04DA7C4-3834-4F4B-A2E3-1C2D00DD69D4}"/>
                </a:ext>
              </a:extLst>
            </p:cNvPr>
            <p:cNvGrpSpPr/>
            <p:nvPr/>
          </p:nvGrpSpPr>
          <p:grpSpPr>
            <a:xfrm>
              <a:off x="3226902" y="1452880"/>
              <a:ext cx="227542" cy="320832"/>
              <a:chOff x="3226902" y="1452880"/>
              <a:chExt cx="227542" cy="320832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852847C-B5CD-460E-9BD1-7E4170F577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0246" y="1452880"/>
                <a:ext cx="794" cy="3208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97CF9D7-D2BD-4462-9564-A1513F47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6902" y="1452880"/>
                <a:ext cx="227542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5218381-FF10-4BEC-8DCC-ABEDCB535B39}"/>
                </a:ext>
              </a:extLst>
            </p:cNvPr>
            <p:cNvGrpSpPr/>
            <p:nvPr/>
          </p:nvGrpSpPr>
          <p:grpSpPr>
            <a:xfrm>
              <a:off x="3404226" y="1337066"/>
              <a:ext cx="960272" cy="263032"/>
              <a:chOff x="999067" y="2005065"/>
              <a:chExt cx="719751" cy="37264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1867FE-A860-412F-BA49-95B777E726BC}"/>
                  </a:ext>
                </a:extLst>
              </p:cNvPr>
              <p:cNvSpPr/>
              <p:nvPr/>
            </p:nvSpPr>
            <p:spPr>
              <a:xfrm>
                <a:off x="999067" y="2032131"/>
                <a:ext cx="708636" cy="240740"/>
              </a:xfrm>
              <a:prstGeom prst="rect">
                <a:avLst/>
              </a:prstGeom>
              <a:solidFill>
                <a:srgbClr val="5F00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F8E9E9-854B-4FE4-B2FE-216A67B52005}"/>
                  </a:ext>
                </a:extLst>
              </p:cNvPr>
              <p:cNvSpPr txBox="1"/>
              <p:nvPr/>
            </p:nvSpPr>
            <p:spPr>
              <a:xfrm>
                <a:off x="1033706" y="2005065"/>
                <a:ext cx="685112" cy="37264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txBody>
              <a:bodyPr wrap="square" lIns="0" tIns="0" rIns="0" bIns="45720" rtlCol="0">
                <a:spAutoFit/>
              </a:bodyPr>
              <a:lstStyle/>
              <a:p>
                <a:pPr algn="ctr"/>
                <a:r>
                  <a:rPr lang="en-IN" sz="1200" dirty="0"/>
                  <a:t>Group Info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402F663-9A89-491E-B3CF-86C6DC5BD3E9}"/>
                </a:ext>
              </a:extLst>
            </p:cNvPr>
            <p:cNvGrpSpPr/>
            <p:nvPr/>
          </p:nvGrpSpPr>
          <p:grpSpPr>
            <a:xfrm>
              <a:off x="3381203" y="1585354"/>
              <a:ext cx="1265044" cy="203441"/>
              <a:chOff x="3228803" y="1442479"/>
              <a:chExt cx="1265044" cy="203441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BD607F2-5081-4851-BDE2-1C5DADD5255C}"/>
                  </a:ext>
                </a:extLst>
              </p:cNvPr>
              <p:cNvCxnSpPr/>
              <p:nvPr/>
            </p:nvCxnSpPr>
            <p:spPr>
              <a:xfrm rot="5400000">
                <a:off x="3139440" y="1539240"/>
                <a:ext cx="203200" cy="101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3C5AD45-B748-4BCC-8179-C687F0B442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28803" y="1442479"/>
                <a:ext cx="1265044" cy="24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E72D8A-1B2D-44A1-8D6C-166848BEE303}"/>
                </a:ext>
              </a:extLst>
            </p:cNvPr>
            <p:cNvSpPr txBox="1"/>
            <p:nvPr/>
          </p:nvSpPr>
          <p:spPr>
            <a:xfrm>
              <a:off x="4603878" y="1453838"/>
              <a:ext cx="942699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View script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74BE9D-742B-4C2D-8E75-EB98CC6E008D}"/>
                </a:ext>
              </a:extLst>
            </p:cNvPr>
            <p:cNvCxnSpPr/>
            <p:nvPr/>
          </p:nvCxnSpPr>
          <p:spPr>
            <a:xfrm rot="5400000">
              <a:off x="8318500" y="1821180"/>
              <a:ext cx="5334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73E96B-FDF7-4EE2-BF87-297A1F32C0F1}"/>
                </a:ext>
              </a:extLst>
            </p:cNvPr>
            <p:cNvSpPr txBox="1"/>
            <p:nvPr/>
          </p:nvSpPr>
          <p:spPr>
            <a:xfrm>
              <a:off x="8080639" y="1314802"/>
              <a:ext cx="1056675" cy="2630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Vuser count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7C578CF-C76D-4ACB-BECA-E72AACFC86C3}"/>
              </a:ext>
            </a:extLst>
          </p:cNvPr>
          <p:cNvSpPr txBox="1"/>
          <p:nvPr/>
        </p:nvSpPr>
        <p:spPr>
          <a:xfrm>
            <a:off x="381000" y="3668303"/>
            <a:ext cx="6267451" cy="297004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+mj-lt"/>
              </a:rPr>
              <a:t>Scenario Schedule</a:t>
            </a:r>
          </a:p>
          <a:p>
            <a:pPr>
              <a:buFont typeface="Wingdings" pitchFamily="2" charset="2"/>
              <a:buChar char="Ø"/>
            </a:pPr>
            <a:endParaRPr lang="en-IN" sz="600" b="1" u="sng" dirty="0"/>
          </a:p>
          <a:p>
            <a:pPr lvl="1">
              <a:buFont typeface="Wingdings" pitchFamily="2" charset="2"/>
              <a:buChar char="§"/>
            </a:pPr>
            <a:r>
              <a:rPr lang="en-IN" sz="1600" dirty="0"/>
              <a:t> </a:t>
            </a:r>
            <a:r>
              <a:rPr lang="en-IN" sz="1600" u="sng" dirty="0"/>
              <a:t>Schedule by </a:t>
            </a:r>
          </a:p>
          <a:p>
            <a:pPr lvl="2">
              <a:buFont typeface="Courier New" pitchFamily="49" charset="0"/>
              <a:buChar char="o"/>
            </a:pPr>
            <a:r>
              <a:rPr lang="en-IN" sz="1600" b="1" dirty="0"/>
              <a:t> Scenario</a:t>
            </a:r>
            <a:r>
              <a:rPr lang="en-IN" sz="1600" dirty="0"/>
              <a:t> – same schedule assign to all groups</a:t>
            </a:r>
          </a:p>
          <a:p>
            <a:pPr lvl="2">
              <a:buFont typeface="Courier New" pitchFamily="49" charset="0"/>
              <a:buChar char="o"/>
            </a:pPr>
            <a:r>
              <a:rPr lang="en-IN" sz="1600" b="1" dirty="0"/>
              <a:t> Group</a:t>
            </a:r>
            <a:r>
              <a:rPr lang="en-IN" sz="1600" dirty="0"/>
              <a:t>     – schedule assign to each group</a:t>
            </a:r>
          </a:p>
          <a:p>
            <a:pPr>
              <a:buFont typeface="Wingdings" pitchFamily="2" charset="2"/>
              <a:buChar char="Ø"/>
            </a:pPr>
            <a:endParaRPr lang="en-IN" sz="1600" b="1" u="sng" dirty="0"/>
          </a:p>
          <a:p>
            <a:pPr lvl="1">
              <a:buFont typeface="Wingdings" pitchFamily="2" charset="2"/>
              <a:buChar char="§"/>
            </a:pPr>
            <a:r>
              <a:rPr lang="en-IN" sz="1600" dirty="0"/>
              <a:t> </a:t>
            </a:r>
            <a:r>
              <a:rPr lang="en-IN" sz="1600" u="sng" dirty="0"/>
              <a:t>Run Mode</a:t>
            </a:r>
          </a:p>
          <a:p>
            <a:pPr lvl="2">
              <a:buFont typeface="Courier New" pitchFamily="49" charset="0"/>
              <a:buChar char="o"/>
            </a:pPr>
            <a:r>
              <a:rPr lang="en-IN" sz="1600" dirty="0"/>
              <a:t> </a:t>
            </a:r>
            <a:r>
              <a:rPr lang="en-IN" sz="1600" b="1" dirty="0"/>
              <a:t>Real-world schedule</a:t>
            </a:r>
            <a:r>
              <a:rPr lang="en-IN" sz="1600" dirty="0"/>
              <a:t> - different ramp-up rates and run duration can be applied</a:t>
            </a:r>
          </a:p>
          <a:p>
            <a:pPr lvl="2">
              <a:buFont typeface="Courier New" pitchFamily="49" charset="0"/>
              <a:buChar char="o"/>
            </a:pPr>
            <a:r>
              <a:rPr lang="en-IN" sz="1600" b="1" dirty="0"/>
              <a:t> Basic schedule</a:t>
            </a:r>
            <a:r>
              <a:rPr lang="en-IN" sz="1600" dirty="0"/>
              <a:t> – singe ramp-up and run duration is set for each/all groups</a:t>
            </a:r>
          </a:p>
          <a:p>
            <a:endParaRPr lang="en-IN" sz="1600" dirty="0"/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A7E3B0F8-8200-4A9E-BD9E-5DFE0521F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8451" y="3937086"/>
            <a:ext cx="5238824" cy="2288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007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Overview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007687D-2467-47D6-A1B0-1BC556A531BA}"/>
              </a:ext>
            </a:extLst>
          </p:cNvPr>
          <p:cNvSpPr txBox="1">
            <a:spLocks/>
          </p:cNvSpPr>
          <p:nvPr/>
        </p:nvSpPr>
        <p:spPr>
          <a:xfrm>
            <a:off x="381000" y="883119"/>
            <a:ext cx="5714999" cy="130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Real-world schedule scenario</a:t>
            </a:r>
          </a:p>
          <a:p>
            <a:pPr marL="0" lvl="2" indent="0">
              <a:buNone/>
            </a:pPr>
            <a:endParaRPr lang="en-IN" sz="800" dirty="0">
              <a:solidFill>
                <a:schemeClr val="accent1"/>
              </a:solidFill>
              <a:latin typeface="+mj-lt"/>
            </a:endParaRPr>
          </a:p>
          <a:p>
            <a:pPr marL="0" lvl="2" indent="0">
              <a:buNone/>
            </a:pPr>
            <a:endParaRPr lang="en-GB" dirty="0"/>
          </a:p>
          <a:p>
            <a:pPr lvl="2"/>
            <a:endParaRPr lang="en-GB" dirty="0"/>
          </a:p>
        </p:txBody>
      </p:sp>
      <p:pic>
        <p:nvPicPr>
          <p:cNvPr id="50" name="Picture 3">
            <a:extLst>
              <a:ext uri="{FF2B5EF4-FFF2-40B4-BE49-F238E27FC236}">
                <a16:creationId xmlns:a16="http://schemas.microsoft.com/office/drawing/2014/main" id="{8BB9CF06-FFD1-4157-9770-6F593E30D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5015" y="1423374"/>
            <a:ext cx="7562848" cy="20056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5811E80A-64BB-4989-868E-5C365A37B20D}"/>
              </a:ext>
            </a:extLst>
          </p:cNvPr>
          <p:cNvSpPr txBox="1">
            <a:spLocks/>
          </p:cNvSpPr>
          <p:nvPr/>
        </p:nvSpPr>
        <p:spPr>
          <a:xfrm>
            <a:off x="381000" y="3608130"/>
            <a:ext cx="5714999" cy="130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Basic schedule scenario</a:t>
            </a:r>
          </a:p>
          <a:p>
            <a:pPr marL="0" lvl="2" indent="0">
              <a:buNone/>
            </a:pPr>
            <a:endParaRPr lang="en-IN" sz="800" dirty="0">
              <a:solidFill>
                <a:schemeClr val="accent1"/>
              </a:solidFill>
              <a:latin typeface="+mj-lt"/>
            </a:endParaRPr>
          </a:p>
          <a:p>
            <a:pPr marL="0" lvl="2" indent="0">
              <a:buNone/>
            </a:pPr>
            <a:endParaRPr lang="en-GB" dirty="0"/>
          </a:p>
          <a:p>
            <a:pPr lvl="2"/>
            <a:endParaRPr lang="en-GB" dirty="0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C89800FF-CB83-43D7-B338-368C8E93B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5015" y="4258810"/>
            <a:ext cx="7553325" cy="20313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71086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3182968-0299-401B-8B7F-AAED17AD59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3D80E-EB93-42E1-B2AF-97DA30484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AA761EE-54CB-4584-99D5-2764B3E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Overview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007687D-2467-47D6-A1B0-1BC556A531BA}"/>
              </a:ext>
            </a:extLst>
          </p:cNvPr>
          <p:cNvSpPr txBox="1">
            <a:spLocks/>
          </p:cNvSpPr>
          <p:nvPr/>
        </p:nvSpPr>
        <p:spPr>
          <a:xfrm>
            <a:off x="381000" y="883119"/>
            <a:ext cx="5714999" cy="1301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Execution Window</a:t>
            </a:r>
          </a:p>
          <a:p>
            <a:pPr marL="0" lvl="2" indent="0">
              <a:buNone/>
            </a:pPr>
            <a:endParaRPr lang="en-IN" sz="800" dirty="0">
              <a:solidFill>
                <a:schemeClr val="accent1"/>
              </a:solidFill>
              <a:latin typeface="+mj-lt"/>
            </a:endParaRPr>
          </a:p>
          <a:p>
            <a:pPr marL="0" lvl="2" indent="0">
              <a:buNone/>
            </a:pPr>
            <a:endParaRPr lang="en-GB" dirty="0"/>
          </a:p>
          <a:p>
            <a:pPr lvl="2"/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475D1E-4462-45A4-850E-5947589B0D65}"/>
              </a:ext>
            </a:extLst>
          </p:cNvPr>
          <p:cNvGrpSpPr/>
          <p:nvPr/>
        </p:nvGrpSpPr>
        <p:grpSpPr>
          <a:xfrm>
            <a:off x="578540" y="1672306"/>
            <a:ext cx="10629900" cy="4538661"/>
            <a:chOff x="485775" y="1157288"/>
            <a:chExt cx="10629900" cy="4538661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922668F-0C2C-47D7-970B-EE8EB51D3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47875" y="1157288"/>
              <a:ext cx="7324726" cy="453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A0E143F-53C9-4252-B7A8-2AB6CF8878B9}"/>
                </a:ext>
              </a:extLst>
            </p:cNvPr>
            <p:cNvCxnSpPr/>
            <p:nvPr/>
          </p:nvCxnSpPr>
          <p:spPr>
            <a:xfrm>
              <a:off x="1571625" y="3981450"/>
              <a:ext cx="55245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1D5EDB-C54D-4202-93F5-BB4D8B0CBB83}"/>
                </a:ext>
              </a:extLst>
            </p:cNvPr>
            <p:cNvSpPr txBox="1"/>
            <p:nvPr/>
          </p:nvSpPr>
          <p:spPr>
            <a:xfrm>
              <a:off x="485775" y="3790949"/>
              <a:ext cx="1104901" cy="41549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Available Monitors graphs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157BD5D-3F13-4EB0-8D9E-0487F21B2847}"/>
                </a:ext>
              </a:extLst>
            </p:cNvPr>
            <p:cNvCxnSpPr/>
            <p:nvPr/>
          </p:nvCxnSpPr>
          <p:spPr>
            <a:xfrm>
              <a:off x="1571625" y="4943475"/>
              <a:ext cx="55245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A45787-63B6-4B04-84C0-D739C646DC02}"/>
                </a:ext>
              </a:extLst>
            </p:cNvPr>
            <p:cNvSpPr txBox="1"/>
            <p:nvPr/>
          </p:nvSpPr>
          <p:spPr>
            <a:xfrm>
              <a:off x="561974" y="4820089"/>
              <a:ext cx="1028701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Response time 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021553E-0429-486B-BD98-AFFA3C23F126}"/>
                </a:ext>
              </a:extLst>
            </p:cNvPr>
            <p:cNvCxnSpPr/>
            <p:nvPr/>
          </p:nvCxnSpPr>
          <p:spPr>
            <a:xfrm>
              <a:off x="1562100" y="2438400"/>
              <a:ext cx="55245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DFC787-2104-4740-A946-6DDA9BB69F70}"/>
                </a:ext>
              </a:extLst>
            </p:cNvPr>
            <p:cNvSpPr txBox="1"/>
            <p:nvPr/>
          </p:nvSpPr>
          <p:spPr>
            <a:xfrm>
              <a:off x="552449" y="2333625"/>
              <a:ext cx="1028701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Vusers’ status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512D78-8446-490D-81FE-D59B1112268F}"/>
                </a:ext>
              </a:extLst>
            </p:cNvPr>
            <p:cNvSpPr txBox="1"/>
            <p:nvPr/>
          </p:nvSpPr>
          <p:spPr>
            <a:xfrm>
              <a:off x="9845893" y="2476500"/>
              <a:ext cx="1184057" cy="2308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 summary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D422076-A73A-430E-B324-B76DFA1752B9}"/>
                </a:ext>
              </a:extLst>
            </p:cNvPr>
            <p:cNvCxnSpPr/>
            <p:nvPr/>
          </p:nvCxnSpPr>
          <p:spPr>
            <a:xfrm rot="10800000" flipV="1">
              <a:off x="9315450" y="2609848"/>
              <a:ext cx="5334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EE6D94-7F73-4FDA-9EC8-7F5CC1197C48}"/>
                </a:ext>
              </a:extLst>
            </p:cNvPr>
            <p:cNvSpPr txBox="1"/>
            <p:nvPr/>
          </p:nvSpPr>
          <p:spPr>
            <a:xfrm>
              <a:off x="9779218" y="3695700"/>
              <a:ext cx="1336457" cy="41549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/>
                <a:t>Run-time Monitors display window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5E6CCA8-D953-404D-BF94-E7AA7E2567B7}"/>
                </a:ext>
              </a:extLst>
            </p:cNvPr>
            <p:cNvCxnSpPr/>
            <p:nvPr/>
          </p:nvCxnSpPr>
          <p:spPr>
            <a:xfrm rot="10800000" flipV="1">
              <a:off x="9258300" y="3905248"/>
              <a:ext cx="5334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156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55E162-535C-43A4-A9BE-0791A0449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Thank 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201274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6266</TotalTime>
  <Words>852</Words>
  <Application>Microsoft Office PowerPoint</Application>
  <PresentationFormat>Widescreen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Courier New</vt:lpstr>
      <vt:lpstr>Graphik</vt:lpstr>
      <vt:lpstr>Graphik Light</vt:lpstr>
      <vt:lpstr>Graphik Medium</vt:lpstr>
      <vt:lpstr>Graphik Regular</vt:lpstr>
      <vt:lpstr>Wingdings</vt:lpstr>
      <vt:lpstr>Office Theme</vt:lpstr>
      <vt:lpstr>Titles</vt:lpstr>
      <vt:lpstr>PowerPoint Presentation</vt:lpstr>
      <vt:lpstr>PowerPoint Presentation</vt:lpstr>
      <vt:lpstr>HP Performance Center</vt:lpstr>
      <vt:lpstr>Performance Center, Difference &amp; Benefits</vt:lpstr>
      <vt:lpstr>Performance Center, Difference &amp; Benefits</vt:lpstr>
      <vt:lpstr>PC - Overview</vt:lpstr>
      <vt:lpstr>PC – Test Plan Window Overview</vt:lpstr>
      <vt:lpstr>PC – Script upload &amp; Design Scenario</vt:lpstr>
      <vt:lpstr>PC – Script upload &amp; Design Scenario</vt:lpstr>
      <vt:lpstr>PC – Test Execution &amp; Test Run Window</vt:lpstr>
      <vt:lpstr>PC – Test Execution &amp; Test Run Window</vt:lpstr>
      <vt:lpstr>Controller Overview</vt:lpstr>
      <vt:lpstr>Controller Overview</vt:lpstr>
      <vt:lpstr>Controller Overview</vt:lpstr>
      <vt:lpstr>Controller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Choudhary, Mukesh</dc:creator>
  <cp:lastModifiedBy>Mutalikdesai, Suma</cp:lastModifiedBy>
  <cp:revision>59</cp:revision>
  <dcterms:created xsi:type="dcterms:W3CDTF">2020-09-30T10:10:36Z</dcterms:created>
  <dcterms:modified xsi:type="dcterms:W3CDTF">2026-10-15T11:54:04Z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c158c8-7264-478b-b2ea-759c7b4b9454_Enabled">
    <vt:lpwstr>true</vt:lpwstr>
  </property>
  <property fmtid="{D5CDD505-2E9C-101B-9397-08002B2CF9AE}" pid="3" name="MSIP_Label_7cc158c8-7264-478b-b2ea-759c7b4b9454_SetDate">
    <vt:lpwstr>2022-08-19T04:43:53Z</vt:lpwstr>
  </property>
  <property fmtid="{D5CDD505-2E9C-101B-9397-08002B2CF9AE}" pid="4" name="MSIP_Label_7cc158c8-7264-478b-b2ea-759c7b4b9454_Method">
    <vt:lpwstr>Privileged</vt:lpwstr>
  </property>
  <property fmtid="{D5CDD505-2E9C-101B-9397-08002B2CF9AE}" pid="5" name="MSIP_Label_7cc158c8-7264-478b-b2ea-759c7b4b9454_Name">
    <vt:lpwstr>7cc158c8-7264-478b-b2ea-759c7b4b9454</vt:lpwstr>
  </property>
  <property fmtid="{D5CDD505-2E9C-101B-9397-08002B2CF9AE}" pid="6" name="MSIP_Label_7cc158c8-7264-478b-b2ea-759c7b4b9454_SiteId">
    <vt:lpwstr>e0793d39-0939-496d-b129-198edd916feb</vt:lpwstr>
  </property>
  <property fmtid="{D5CDD505-2E9C-101B-9397-08002B2CF9AE}" pid="7" name="MSIP_Label_7cc158c8-7264-478b-b2ea-759c7b4b9454_ActionId">
    <vt:lpwstr>218da3a8-283a-4d5c-bbad-b4de93b7b9fe</vt:lpwstr>
  </property>
  <property fmtid="{D5CDD505-2E9C-101B-9397-08002B2CF9AE}" pid="8" name="MSIP_Label_7cc158c8-7264-478b-b2ea-759c7b4b9454_ContentBits">
    <vt:lpwstr>9</vt:lpwstr>
  </property>
  <property fmtid="{D5CDD505-2E9C-101B-9397-08002B2CF9AE}" pid="9" name="ClassificationContentMarkingHeaderText">
    <vt:lpwstr>***Material, Non-Public - Not To Be Distributed Further***</vt:lpwstr>
  </property>
</Properties>
</file>